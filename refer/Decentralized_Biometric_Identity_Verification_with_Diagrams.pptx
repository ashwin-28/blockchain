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3"/>
  </p:sldMasterIdLst>
  <p:notesMasterIdLst>
    <p:notesMasterId r:id="rId20"/>
  </p:notesMasterIdLst>
  <p:sldIdLst>
    <p:sldId id="256" r:id="rId4"/>
    <p:sldId id="257" r:id="rId5"/>
    <p:sldId id="258" r:id="rId6"/>
    <p:sldId id="259" r:id="rId7"/>
    <p:sldId id="260" r:id="rId8"/>
    <p:sldId id="261" r:id="rId9"/>
    <p:sldId id="262" r:id="rId10"/>
    <p:sldId id="263" r:id="rId11"/>
    <p:sldId id="265" r:id="rId12"/>
    <p:sldId id="267" r:id="rId13"/>
    <p:sldId id="268" r:id="rId14"/>
    <p:sldId id="269" r:id="rId15"/>
    <p:sldId id="271" r:id="rId16"/>
    <p:sldId id="272" r:id="rId17"/>
    <p:sldId id="270" r:id="rId18"/>
    <p:sldId id="273"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8" Type="http://schemas.openxmlformats.org/officeDocument/2006/relationships/tags" Target="../tags/tag57.xml"/><Relationship Id="rId17" Type="http://schemas.openxmlformats.org/officeDocument/2006/relationships/tags" Target="../tags/tag56.xml"/><Relationship Id="rId16" Type="http://schemas.openxmlformats.org/officeDocument/2006/relationships/tags" Target="../tags/tag55.xml"/><Relationship Id="rId15" Type="http://schemas.openxmlformats.org/officeDocument/2006/relationships/tags" Target="../tags/tag54.xml"/><Relationship Id="rId14" Type="http://schemas.openxmlformats.org/officeDocument/2006/relationships/tags" Target="../tags/tag53.xml"/><Relationship Id="rId13" Type="http://schemas.openxmlformats.org/officeDocument/2006/relationships/tags" Target="../tags/tag52.xml"/><Relationship Id="rId12" Type="http://schemas.openxmlformats.org/officeDocument/2006/relationships/tags" Target="../tags/tag51.xml"/><Relationship Id="rId11" Type="http://schemas.openxmlformats.org/officeDocument/2006/relationships/tags" Target="../tags/tag50.xml"/><Relationship Id="rId10" Type="http://schemas.openxmlformats.org/officeDocument/2006/relationships/tags" Target="../tags/tag49.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95.xml"/><Relationship Id="rId8" Type="http://schemas.openxmlformats.org/officeDocument/2006/relationships/tags" Target="../tags/tag94.xml"/><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 Id="rId3" Type="http://schemas.openxmlformats.org/officeDocument/2006/relationships/tags" Target="../tags/tag89.xml"/><Relationship Id="rId24" Type="http://schemas.openxmlformats.org/officeDocument/2006/relationships/tags" Target="../tags/tag110.xml"/><Relationship Id="rId23" Type="http://schemas.openxmlformats.org/officeDocument/2006/relationships/tags" Target="../tags/tag109.xml"/><Relationship Id="rId22" Type="http://schemas.openxmlformats.org/officeDocument/2006/relationships/tags" Target="../tags/tag108.xml"/><Relationship Id="rId21" Type="http://schemas.openxmlformats.org/officeDocument/2006/relationships/tags" Target="../tags/tag107.xml"/><Relationship Id="rId20" Type="http://schemas.openxmlformats.org/officeDocument/2006/relationships/tags" Target="../tags/tag106.xml"/><Relationship Id="rId2" Type="http://schemas.openxmlformats.org/officeDocument/2006/relationships/tags" Target="../tags/tag88.xml"/><Relationship Id="rId19" Type="http://schemas.openxmlformats.org/officeDocument/2006/relationships/tags" Target="../tags/tag105.xml"/><Relationship Id="rId18" Type="http://schemas.openxmlformats.org/officeDocument/2006/relationships/tags" Target="../tags/tag104.xml"/><Relationship Id="rId17" Type="http://schemas.openxmlformats.org/officeDocument/2006/relationships/tags" Target="../tags/tag103.xml"/><Relationship Id="rId16" Type="http://schemas.openxmlformats.org/officeDocument/2006/relationships/tags" Target="../tags/tag102.xml"/><Relationship Id="rId15" Type="http://schemas.openxmlformats.org/officeDocument/2006/relationships/tags" Target="../tags/tag101.xml"/><Relationship Id="rId14" Type="http://schemas.openxmlformats.org/officeDocument/2006/relationships/tags" Target="../tags/tag100.xml"/><Relationship Id="rId13" Type="http://schemas.openxmlformats.org/officeDocument/2006/relationships/tags" Target="../tags/tag99.xml"/><Relationship Id="rId12" Type="http://schemas.openxmlformats.org/officeDocument/2006/relationships/tags" Target="../tags/tag98.xml"/><Relationship Id="rId11" Type="http://schemas.openxmlformats.org/officeDocument/2006/relationships/tags" Target="../tags/tag97.xml"/><Relationship Id="rId10" Type="http://schemas.openxmlformats.org/officeDocument/2006/relationships/tags" Target="../tags/tag96.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857250"/>
            <a:ext cx="9144000" cy="51435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 name="矩形 30"/>
          <p:cNvSpPr/>
          <p:nvPr userDrawn="1">
            <p:custDataLst>
              <p:tags r:id="rId3"/>
            </p:custDataLst>
          </p:nvPr>
        </p:nvSpPr>
        <p:spPr>
          <a:xfrm>
            <a:off x="5511305" y="857250"/>
            <a:ext cx="3632696" cy="2895600"/>
          </a:xfrm>
          <a:prstGeom prst="rect">
            <a:avLst/>
          </a:prstGeom>
          <a:gradFill flip="none" rotWithShape="1">
            <a:gsLst>
              <a:gs pos="36000">
                <a:schemeClr val="accent1">
                  <a:alpha val="0"/>
                </a:schemeClr>
              </a:gs>
              <a:gs pos="100000">
                <a:schemeClr val="accent1">
                  <a:alpha val="2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任意多边形: 形状 9"/>
          <p:cNvSpPr/>
          <p:nvPr userDrawn="1">
            <p:custDataLst>
              <p:tags r:id="rId4"/>
            </p:custDataLst>
          </p:nvPr>
        </p:nvSpPr>
        <p:spPr>
          <a:xfrm>
            <a:off x="7816428" y="1492305"/>
            <a:ext cx="417136" cy="63246"/>
          </a:xfrm>
          <a:custGeom>
            <a:avLst/>
            <a:gdLst>
              <a:gd name="connsiteX0" fmla="*/ 514017 w 556181"/>
              <a:gd name="connsiteY0" fmla="*/ 0 h 84328"/>
              <a:gd name="connsiteX1" fmla="*/ 556181 w 556181"/>
              <a:gd name="connsiteY1" fmla="*/ 42164 h 84328"/>
              <a:gd name="connsiteX2" fmla="*/ 514017 w 556181"/>
              <a:gd name="connsiteY2" fmla="*/ 84328 h 84328"/>
              <a:gd name="connsiteX3" fmla="*/ 471853 w 556181"/>
              <a:gd name="connsiteY3" fmla="*/ 42164 h 84328"/>
              <a:gd name="connsiteX4" fmla="*/ 514017 w 556181"/>
              <a:gd name="connsiteY4" fmla="*/ 0 h 84328"/>
              <a:gd name="connsiteX5" fmla="*/ 356734 w 556181"/>
              <a:gd name="connsiteY5" fmla="*/ 0 h 84328"/>
              <a:gd name="connsiteX6" fmla="*/ 398898 w 556181"/>
              <a:gd name="connsiteY6" fmla="*/ 42164 h 84328"/>
              <a:gd name="connsiteX7" fmla="*/ 356734 w 556181"/>
              <a:gd name="connsiteY7" fmla="*/ 84328 h 84328"/>
              <a:gd name="connsiteX8" fmla="*/ 314570 w 556181"/>
              <a:gd name="connsiteY8" fmla="*/ 42164 h 84328"/>
              <a:gd name="connsiteX9" fmla="*/ 356734 w 556181"/>
              <a:gd name="connsiteY9" fmla="*/ 0 h 84328"/>
              <a:gd name="connsiteX10" fmla="*/ 199448 w 556181"/>
              <a:gd name="connsiteY10" fmla="*/ 0 h 84328"/>
              <a:gd name="connsiteX11" fmla="*/ 241612 w 556181"/>
              <a:gd name="connsiteY11" fmla="*/ 42164 h 84328"/>
              <a:gd name="connsiteX12" fmla="*/ 199448 w 556181"/>
              <a:gd name="connsiteY12" fmla="*/ 84328 h 84328"/>
              <a:gd name="connsiteX13" fmla="*/ 157284 w 556181"/>
              <a:gd name="connsiteY13" fmla="*/ 42164 h 84328"/>
              <a:gd name="connsiteX14" fmla="*/ 199448 w 556181"/>
              <a:gd name="connsiteY14" fmla="*/ 0 h 84328"/>
              <a:gd name="connsiteX15" fmla="*/ 42164 w 556181"/>
              <a:gd name="connsiteY15" fmla="*/ 0 h 84328"/>
              <a:gd name="connsiteX16" fmla="*/ 84328 w 556181"/>
              <a:gd name="connsiteY16" fmla="*/ 42164 h 84328"/>
              <a:gd name="connsiteX17" fmla="*/ 42164 w 556181"/>
              <a:gd name="connsiteY17" fmla="*/ 84328 h 84328"/>
              <a:gd name="connsiteX18" fmla="*/ 0 w 556181"/>
              <a:gd name="connsiteY18" fmla="*/ 42164 h 84328"/>
              <a:gd name="connsiteX19" fmla="*/ 42164 w 556181"/>
              <a:gd name="connsiteY19" fmla="*/ 0 h 84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6181" h="84328">
                <a:moveTo>
                  <a:pt x="514017" y="0"/>
                </a:moveTo>
                <a:cubicBezTo>
                  <a:pt x="537304" y="0"/>
                  <a:pt x="556181" y="18877"/>
                  <a:pt x="556181" y="42164"/>
                </a:cubicBezTo>
                <a:cubicBezTo>
                  <a:pt x="556181" y="65451"/>
                  <a:pt x="537304" y="84328"/>
                  <a:pt x="514017" y="84328"/>
                </a:cubicBezTo>
                <a:cubicBezTo>
                  <a:pt x="490730" y="84328"/>
                  <a:pt x="471853" y="65451"/>
                  <a:pt x="471853" y="42164"/>
                </a:cubicBezTo>
                <a:cubicBezTo>
                  <a:pt x="471853" y="18877"/>
                  <a:pt x="490730" y="0"/>
                  <a:pt x="514017" y="0"/>
                </a:cubicBezTo>
                <a:close/>
                <a:moveTo>
                  <a:pt x="356734" y="0"/>
                </a:moveTo>
                <a:cubicBezTo>
                  <a:pt x="380021" y="0"/>
                  <a:pt x="398898" y="18877"/>
                  <a:pt x="398898" y="42164"/>
                </a:cubicBezTo>
                <a:cubicBezTo>
                  <a:pt x="398898" y="65451"/>
                  <a:pt x="380021" y="84328"/>
                  <a:pt x="356734" y="84328"/>
                </a:cubicBezTo>
                <a:cubicBezTo>
                  <a:pt x="333447" y="84328"/>
                  <a:pt x="314570" y="65451"/>
                  <a:pt x="314570" y="42164"/>
                </a:cubicBezTo>
                <a:cubicBezTo>
                  <a:pt x="314570" y="18877"/>
                  <a:pt x="333447" y="0"/>
                  <a:pt x="356734" y="0"/>
                </a:cubicBezTo>
                <a:close/>
                <a:moveTo>
                  <a:pt x="199448" y="0"/>
                </a:moveTo>
                <a:cubicBezTo>
                  <a:pt x="222735" y="0"/>
                  <a:pt x="241612" y="18877"/>
                  <a:pt x="241612" y="42164"/>
                </a:cubicBezTo>
                <a:cubicBezTo>
                  <a:pt x="241612" y="65451"/>
                  <a:pt x="222735" y="84328"/>
                  <a:pt x="199448" y="84328"/>
                </a:cubicBezTo>
                <a:cubicBezTo>
                  <a:pt x="176161" y="84328"/>
                  <a:pt x="157284" y="65451"/>
                  <a:pt x="157284" y="42164"/>
                </a:cubicBezTo>
                <a:cubicBezTo>
                  <a:pt x="157284" y="18877"/>
                  <a:pt x="176161" y="0"/>
                  <a:pt x="199448" y="0"/>
                </a:cubicBezTo>
                <a:close/>
                <a:moveTo>
                  <a:pt x="42164" y="0"/>
                </a:moveTo>
                <a:cubicBezTo>
                  <a:pt x="65451" y="0"/>
                  <a:pt x="84328" y="18877"/>
                  <a:pt x="84328" y="42164"/>
                </a:cubicBezTo>
                <a:cubicBezTo>
                  <a:pt x="84328" y="65451"/>
                  <a:pt x="65451" y="84328"/>
                  <a:pt x="42164" y="84328"/>
                </a:cubicBezTo>
                <a:cubicBezTo>
                  <a:pt x="18877" y="84328"/>
                  <a:pt x="0" y="65451"/>
                  <a:pt x="0" y="42164"/>
                </a:cubicBezTo>
                <a:cubicBezTo>
                  <a:pt x="0" y="18877"/>
                  <a:pt x="18877" y="0"/>
                  <a:pt x="42164"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cxnSp>
        <p:nvCxnSpPr>
          <p:cNvPr id="27" name="直接连接符 26"/>
          <p:cNvCxnSpPr/>
          <p:nvPr userDrawn="1">
            <p:custDataLst>
              <p:tags r:id="rId5"/>
            </p:custDataLst>
          </p:nvPr>
        </p:nvCxnSpPr>
        <p:spPr>
          <a:xfrm flipH="1">
            <a:off x="3479552" y="5319713"/>
            <a:ext cx="4626769" cy="0"/>
          </a:xfrm>
          <a:prstGeom prst="line">
            <a:avLst/>
          </a:prstGeom>
          <a:ln w="25400" cap="rnd">
            <a:gradFill flip="none" rotWithShape="1">
              <a:gsLst>
                <a:gs pos="0">
                  <a:schemeClr val="accent1">
                    <a:alpha val="0"/>
                  </a:schemeClr>
                </a:gs>
                <a:gs pos="100000">
                  <a:schemeClr val="accent1">
                    <a:alpha val="2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custDataLst>
              <p:tags r:id="rId6"/>
            </p:custDataLst>
          </p:nvPr>
        </p:nvCxnSpPr>
        <p:spPr>
          <a:xfrm flipH="1">
            <a:off x="8186299" y="5319713"/>
            <a:ext cx="268670" cy="0"/>
          </a:xfrm>
          <a:prstGeom prst="line">
            <a:avLst/>
          </a:prstGeom>
          <a:ln w="25400" cap="rnd">
            <a:solidFill>
              <a:schemeClr val="accent1">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custDataLst>
              <p:tags r:id="rId7"/>
            </p:custDataLst>
          </p:nvPr>
        </p:nvCxnSpPr>
        <p:spPr>
          <a:xfrm flipH="1">
            <a:off x="8534946" y="5319713"/>
            <a:ext cx="101537" cy="0"/>
          </a:xfrm>
          <a:prstGeom prst="line">
            <a:avLst/>
          </a:prstGeom>
          <a:ln w="25400" cap="rnd">
            <a:solidFill>
              <a:schemeClr val="accent1">
                <a:alpha val="20000"/>
              </a:schemeClr>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custDataLst>
              <p:tags r:id="rId8"/>
            </p:custDataLst>
          </p:nvPr>
        </p:nvSpPr>
        <p:spPr>
          <a:xfrm>
            <a:off x="2875121" y="2538889"/>
            <a:ext cx="5341620" cy="1926908"/>
          </a:xfrm>
        </p:spPr>
        <p:txBody>
          <a:bodyPr wrap="square" anchor="t" anchorCtr="0">
            <a:normAutofit/>
          </a:bodyPr>
          <a:lstStyle>
            <a:lvl1pPr algn="r">
              <a:lnSpc>
                <a:spcPct val="100000"/>
              </a:lnSpc>
              <a:defRPr sz="3750" b="0">
                <a:latin typeface="+mj-lt"/>
              </a:defRPr>
            </a:lvl1pPr>
          </a:lstStyle>
          <a:p>
            <a:r>
              <a:rPr lang="en-US" dirty="0">
                <a:sym typeface="+mn-ea"/>
              </a:rPr>
              <a:t>Click to add title</a:t>
            </a:r>
            <a:endParaRPr lang="en-US" dirty="0"/>
          </a:p>
        </p:txBody>
      </p:sp>
      <p:sp>
        <p:nvSpPr>
          <p:cNvPr id="3" name="副标题 2"/>
          <p:cNvSpPr>
            <a:spLocks noGrp="1"/>
          </p:cNvSpPr>
          <p:nvPr>
            <p:ph type="subTitle" idx="1" hasCustomPrompt="1"/>
            <p:custDataLst>
              <p:tags r:id="rId9"/>
            </p:custDataLst>
          </p:nvPr>
        </p:nvSpPr>
        <p:spPr>
          <a:xfrm>
            <a:off x="2875055" y="1681673"/>
            <a:ext cx="5341853" cy="729000"/>
          </a:xfrm>
        </p:spPr>
        <p:txBody>
          <a:bodyPr wrap="square" anchor="b" anchorCtr="0">
            <a:normAutofit/>
          </a:bodyPr>
          <a:lstStyle>
            <a:lvl1pPr marL="0" indent="0" algn="r">
              <a:lnSpc>
                <a:spcPct val="100000"/>
              </a:lnSpc>
              <a:buNone/>
              <a:defRPr sz="1800">
                <a:solidFill>
                  <a:schemeClr val="tx1">
                    <a:alpha val="70000"/>
                  </a:schemeClr>
                </a:solidFill>
                <a:latin typeface="+mj-lt"/>
              </a:defRPr>
            </a:lvl1pPr>
            <a:lvl2pPr marL="342900" indent="0" algn="ctr">
              <a:buNone/>
              <a:defRPr sz="1500">
                <a:latin typeface="+mj-lt"/>
              </a:defRPr>
            </a:lvl2pPr>
            <a:lvl3pPr marL="685800" indent="0" algn="ctr">
              <a:buNone/>
              <a:defRPr sz="1350">
                <a:latin typeface="+mj-lt"/>
              </a:defRPr>
            </a:lvl3pPr>
            <a:lvl4pPr marL="1028700" indent="0" algn="ctr">
              <a:buNone/>
              <a:defRPr sz="1200">
                <a:latin typeface="+mj-lt"/>
              </a:defRPr>
            </a:lvl4pPr>
            <a:lvl5pPr marL="1371600" indent="0" algn="ctr">
              <a:buNone/>
              <a:defRPr sz="1200">
                <a:latin typeface="+mj-lt"/>
              </a:defRPr>
            </a:lvl5pPr>
            <a:lvl6pPr marL="1714500" indent="0" algn="ctr">
              <a:buNone/>
              <a:defRPr sz="1200">
                <a:latin typeface="+mj-lt"/>
              </a:defRPr>
            </a:lvl6pPr>
            <a:lvl7pPr marL="2057400" indent="0" algn="ctr">
              <a:buNone/>
              <a:defRPr sz="1200">
                <a:latin typeface="+mj-lt"/>
              </a:defRPr>
            </a:lvl7pPr>
            <a:lvl8pPr marL="2400300" indent="0" algn="ctr">
              <a:buNone/>
              <a:defRPr sz="1200">
                <a:latin typeface="+mj-lt"/>
              </a:defRPr>
            </a:lvl8pPr>
            <a:lvl9pPr marL="2743200" indent="0" algn="ctr">
              <a:buNone/>
              <a:defRPr sz="1200">
                <a:latin typeface="+mj-lt"/>
              </a:defRPr>
            </a:lvl9pPr>
          </a:lstStyle>
          <a:p>
            <a:r>
              <a:rPr lang="en-US" dirty="0">
                <a:latin typeface="+mj-lt"/>
              </a:rPr>
              <a:t>Click to add subtitle</a:t>
            </a:r>
            <a:endParaRPr lang="en-US" dirty="0"/>
          </a:p>
        </p:txBody>
      </p:sp>
      <p:sp>
        <p:nvSpPr>
          <p:cNvPr id="4" name="日期占位符 3"/>
          <p:cNvSpPr>
            <a:spLocks noGrp="1"/>
          </p:cNvSpPr>
          <p:nvPr>
            <p:ph type="dt" sz="half" idx="10"/>
            <p:custDataLst>
              <p:tags r:id="rId10"/>
            </p:custDataLst>
          </p:nvPr>
        </p:nvSpPr>
        <p:spPr/>
        <p:txBody>
          <a:bodyPr wrap="square">
            <a:normAutofit/>
          </a:bodyPr>
          <a:lstStyle/>
          <a:p>
            <a:r>
              <a:rPr lang="en-US"/>
              <a:t>Date Area</a:t>
            </a:r>
            <a:endParaRPr lang="en-US"/>
          </a:p>
        </p:txBody>
      </p:sp>
      <p:sp>
        <p:nvSpPr>
          <p:cNvPr id="5" name="页脚占位符 4"/>
          <p:cNvSpPr>
            <a:spLocks noGrp="1"/>
          </p:cNvSpPr>
          <p:nvPr>
            <p:ph type="ftr" sz="quarter" idx="11"/>
            <p:custDataLst>
              <p:tags r:id="rId11"/>
            </p:custDataLst>
          </p:nvPr>
        </p:nvSpPr>
        <p:spPr/>
        <p:txBody>
          <a:bodyPr>
            <a:normAutofit/>
          </a:bodyPr>
          <a:lstStyle/>
          <a:p>
            <a:endParaRPr lang="en-US" dirty="0"/>
          </a:p>
        </p:txBody>
      </p:sp>
      <p:sp>
        <p:nvSpPr>
          <p:cNvPr id="6" name="灯片编号占位符 5"/>
          <p:cNvSpPr>
            <a:spLocks noGrp="1"/>
          </p:cNvSpPr>
          <p:nvPr>
            <p:ph type="sldNum" sz="quarter" idx="12"/>
            <p:custDataLst>
              <p:tags r:id="rId12"/>
            </p:custDataLst>
          </p:nvPr>
        </p:nvSpPr>
        <p:spPr>
          <a:xfrm>
            <a:off x="6457950" y="5624513"/>
            <a:ext cx="2057400" cy="273844"/>
          </a:xfrm>
        </p:spPr>
        <p:txBody>
          <a:bodyPr wrap="square">
            <a:normAutofit/>
          </a:bodyPr>
          <a:lstStyle/>
          <a:p>
            <a:fld id="{BE5F26B5-172A-4DC2-B0B7-181CFC56B87C}" type="slidenum">
              <a:rPr lang="en-US" smtClean="0"/>
            </a:fld>
            <a:endParaRPr lang="en-US"/>
          </a:p>
        </p:txBody>
      </p:sp>
      <p:sp>
        <p:nvSpPr>
          <p:cNvPr id="38" name="文本占位符 37"/>
          <p:cNvSpPr>
            <a:spLocks noGrp="1"/>
          </p:cNvSpPr>
          <p:nvPr>
            <p:ph type="body" sz="quarter" idx="17" hasCustomPrompt="1"/>
            <p:custDataLst>
              <p:tags r:id="rId13"/>
            </p:custDataLst>
          </p:nvPr>
        </p:nvSpPr>
        <p:spPr>
          <a:xfrm>
            <a:off x="6198776" y="4548300"/>
            <a:ext cx="2018132" cy="409219"/>
          </a:xfrm>
          <a:custGeom>
            <a:avLst/>
            <a:gdLst>
              <a:gd name="connsiteX0" fmla="*/ 0 w 2690842"/>
              <a:gd name="connsiteY0" fmla="*/ 0 h 545625"/>
              <a:gd name="connsiteX1" fmla="*/ 2690842 w 2690842"/>
              <a:gd name="connsiteY1" fmla="*/ 0 h 545625"/>
              <a:gd name="connsiteX2" fmla="*/ 2690842 w 2690842"/>
              <a:gd name="connsiteY2" fmla="*/ 440636 h 545625"/>
              <a:gd name="connsiteX3" fmla="*/ 2365574 w 2690842"/>
              <a:gd name="connsiteY3" fmla="*/ 440636 h 545625"/>
              <a:gd name="connsiteX4" fmla="*/ 2280214 w 2690842"/>
              <a:gd name="connsiteY4" fmla="*/ 545625 h 545625"/>
              <a:gd name="connsiteX5" fmla="*/ 0 w 2690842"/>
              <a:gd name="connsiteY5" fmla="*/ 545625 h 545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0842" h="545625">
                <a:moveTo>
                  <a:pt x="0" y="0"/>
                </a:moveTo>
                <a:lnTo>
                  <a:pt x="2690842" y="0"/>
                </a:lnTo>
                <a:lnTo>
                  <a:pt x="2690842" y="440636"/>
                </a:lnTo>
                <a:lnTo>
                  <a:pt x="2365574" y="440636"/>
                </a:lnTo>
                <a:lnTo>
                  <a:pt x="2280214" y="545625"/>
                </a:lnTo>
                <a:lnTo>
                  <a:pt x="0" y="545625"/>
                </a:lnTo>
                <a:close/>
              </a:path>
            </a:pathLst>
          </a:custGeom>
          <a:gradFill flip="none" rotWithShape="1">
            <a:gsLst>
              <a:gs pos="0">
                <a:schemeClr val="accent1">
                  <a:alpha val="0"/>
                </a:schemeClr>
              </a:gs>
              <a:gs pos="100000">
                <a:schemeClr val="accent1">
                  <a:alpha val="40000"/>
                </a:schemeClr>
              </a:gs>
            </a:gsLst>
            <a:lin ang="0" scaled="1"/>
            <a:tileRect/>
          </a:gradFill>
          <a:ln>
            <a:gradFill flip="none" rotWithShape="1">
              <a:gsLst>
                <a:gs pos="0">
                  <a:schemeClr val="accent1">
                    <a:alpha val="10000"/>
                  </a:schemeClr>
                </a:gs>
                <a:gs pos="99000">
                  <a:schemeClr val="accent1">
                    <a:alpha val="70000"/>
                  </a:schemeClr>
                </a:gs>
              </a:gsLst>
              <a:lin ang="0" scaled="1"/>
              <a:tileRect/>
            </a:gradFill>
          </a:ln>
        </p:spPr>
        <p:txBody>
          <a:bodyPr wrap="square" rIns="540000" anchor="ctr">
            <a:normAutofit/>
          </a:bodyPr>
          <a:lstStyle>
            <a:lvl1pPr marL="0" indent="0" algn="r">
              <a:lnSpc>
                <a:spcPct val="100000"/>
              </a:lnSpc>
              <a:buNone/>
              <a:defRPr sz="1200">
                <a:latin typeface="+mn-lt"/>
              </a:defRPr>
            </a:lvl1pPr>
          </a:lstStyle>
          <a:p>
            <a:pPr lvl="0"/>
            <a:r>
              <a:rPr lang="en-US" dirty="0">
                <a:latin typeface="+mn-lt"/>
              </a:rPr>
              <a:t>Click to add text</a:t>
            </a:r>
            <a:endParaRPr lang="en-US" dirty="0"/>
          </a:p>
        </p:txBody>
      </p:sp>
      <p:sp>
        <p:nvSpPr>
          <p:cNvPr id="20" name="任意多边形: 形状 19"/>
          <p:cNvSpPr/>
          <p:nvPr userDrawn="1">
            <p:custDataLst>
              <p:tags r:id="rId14"/>
            </p:custDataLst>
          </p:nvPr>
        </p:nvSpPr>
        <p:spPr>
          <a:xfrm flipH="1" flipV="1">
            <a:off x="7954958" y="4905145"/>
            <a:ext cx="234190" cy="52373"/>
          </a:xfrm>
          <a:custGeom>
            <a:avLst/>
            <a:gdLst>
              <a:gd name="connsiteX0" fmla="*/ 278134 w 389081"/>
              <a:gd name="connsiteY0" fmla="*/ 89627 h 89627"/>
              <a:gd name="connsiteX1" fmla="*/ 329769 w 389081"/>
              <a:gd name="connsiteY1" fmla="*/ 89627 h 89627"/>
              <a:gd name="connsiteX2" fmla="*/ 389081 w 389081"/>
              <a:gd name="connsiteY2" fmla="*/ 0 h 89627"/>
              <a:gd name="connsiteX3" fmla="*/ 337446 w 389081"/>
              <a:gd name="connsiteY3" fmla="*/ 0 h 89627"/>
              <a:gd name="connsiteX4" fmla="*/ 185423 w 389081"/>
              <a:gd name="connsiteY4" fmla="*/ 89627 h 89627"/>
              <a:gd name="connsiteX5" fmla="*/ 237057 w 389081"/>
              <a:gd name="connsiteY5" fmla="*/ 89627 h 89627"/>
              <a:gd name="connsiteX6" fmla="*/ 296370 w 389081"/>
              <a:gd name="connsiteY6" fmla="*/ 0 h 89627"/>
              <a:gd name="connsiteX7" fmla="*/ 244735 w 389081"/>
              <a:gd name="connsiteY7" fmla="*/ 0 h 89627"/>
              <a:gd name="connsiteX8" fmla="*/ 92711 w 389081"/>
              <a:gd name="connsiteY8" fmla="*/ 89627 h 89627"/>
              <a:gd name="connsiteX9" fmla="*/ 144346 w 389081"/>
              <a:gd name="connsiteY9" fmla="*/ 89627 h 89627"/>
              <a:gd name="connsiteX10" fmla="*/ 203659 w 389081"/>
              <a:gd name="connsiteY10" fmla="*/ 0 h 89627"/>
              <a:gd name="connsiteX11" fmla="*/ 152024 w 389081"/>
              <a:gd name="connsiteY11" fmla="*/ 0 h 89627"/>
              <a:gd name="connsiteX12" fmla="*/ 0 w 389081"/>
              <a:gd name="connsiteY12" fmla="*/ 89627 h 89627"/>
              <a:gd name="connsiteX13" fmla="*/ 51635 w 389081"/>
              <a:gd name="connsiteY13" fmla="*/ 89627 h 89627"/>
              <a:gd name="connsiteX14" fmla="*/ 110947 w 389081"/>
              <a:gd name="connsiteY14" fmla="*/ 0 h 89627"/>
              <a:gd name="connsiteX15" fmla="*/ 59312 w 389081"/>
              <a:gd name="connsiteY15" fmla="*/ 0 h 89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9081" h="89627">
                <a:moveTo>
                  <a:pt x="278134" y="89627"/>
                </a:moveTo>
                <a:lnTo>
                  <a:pt x="329769" y="89627"/>
                </a:lnTo>
                <a:lnTo>
                  <a:pt x="389081" y="0"/>
                </a:lnTo>
                <a:lnTo>
                  <a:pt x="337446" y="0"/>
                </a:lnTo>
                <a:close/>
                <a:moveTo>
                  <a:pt x="185423" y="89627"/>
                </a:moveTo>
                <a:lnTo>
                  <a:pt x="237057" y="89627"/>
                </a:lnTo>
                <a:lnTo>
                  <a:pt x="296370" y="0"/>
                </a:lnTo>
                <a:lnTo>
                  <a:pt x="244735" y="0"/>
                </a:lnTo>
                <a:close/>
                <a:moveTo>
                  <a:pt x="92711" y="89627"/>
                </a:moveTo>
                <a:lnTo>
                  <a:pt x="144346" y="89627"/>
                </a:lnTo>
                <a:lnTo>
                  <a:pt x="203659" y="0"/>
                </a:lnTo>
                <a:lnTo>
                  <a:pt x="152024" y="0"/>
                </a:lnTo>
                <a:close/>
                <a:moveTo>
                  <a:pt x="0" y="89627"/>
                </a:moveTo>
                <a:lnTo>
                  <a:pt x="51635" y="89627"/>
                </a:lnTo>
                <a:lnTo>
                  <a:pt x="110947" y="0"/>
                </a:lnTo>
                <a:lnTo>
                  <a:pt x="59312" y="0"/>
                </a:lnTo>
                <a:close/>
              </a:path>
            </a:pathLst>
          </a:cu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p>
        </p:txBody>
      </p:sp>
      <p:sp>
        <p:nvSpPr>
          <p:cNvPr id="37" name="任意多边形: 形状 36"/>
          <p:cNvSpPr/>
          <p:nvPr userDrawn="1">
            <p:custDataLst>
              <p:tags r:id="rId15"/>
            </p:custDataLst>
          </p:nvPr>
        </p:nvSpPr>
        <p:spPr>
          <a:xfrm>
            <a:off x="0" y="1202579"/>
            <a:ext cx="2226500" cy="4452842"/>
          </a:xfrm>
          <a:custGeom>
            <a:avLst/>
            <a:gdLst>
              <a:gd name="connsiteX0" fmla="*/ 0 w 2968667"/>
              <a:gd name="connsiteY0" fmla="*/ 0 h 5937123"/>
              <a:gd name="connsiteX1" fmla="*/ 2968459 w 2968667"/>
              <a:gd name="connsiteY1" fmla="*/ 2968457 h 5937123"/>
              <a:gd name="connsiteX2" fmla="*/ 2968667 w 2968667"/>
              <a:gd name="connsiteY2" fmla="*/ 2968457 h 5937123"/>
              <a:gd name="connsiteX3" fmla="*/ 0 w 2968667"/>
              <a:gd name="connsiteY3" fmla="*/ 5937123 h 5937123"/>
              <a:gd name="connsiteX4" fmla="*/ 0 w 2968667"/>
              <a:gd name="connsiteY4" fmla="*/ 4759980 h 5937123"/>
              <a:gd name="connsiteX5" fmla="*/ 1791524 w 2968667"/>
              <a:gd name="connsiteY5" fmla="*/ 2968457 h 5937123"/>
              <a:gd name="connsiteX6" fmla="*/ 0 w 2968667"/>
              <a:gd name="connsiteY6" fmla="*/ 1176935 h 5937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8667" h="5937123">
                <a:moveTo>
                  <a:pt x="0" y="0"/>
                </a:moveTo>
                <a:lnTo>
                  <a:pt x="2968459" y="2968457"/>
                </a:lnTo>
                <a:lnTo>
                  <a:pt x="2968667" y="2968457"/>
                </a:lnTo>
                <a:lnTo>
                  <a:pt x="0" y="5937123"/>
                </a:lnTo>
                <a:lnTo>
                  <a:pt x="0" y="4759980"/>
                </a:lnTo>
                <a:lnTo>
                  <a:pt x="1791524" y="2968457"/>
                </a:lnTo>
                <a:lnTo>
                  <a:pt x="0" y="1176935"/>
                </a:lnTo>
                <a:close/>
              </a:path>
            </a:pathLst>
          </a:custGeom>
          <a:gradFill flip="none" rotWithShape="1">
            <a:gsLst>
              <a:gs pos="0">
                <a:schemeClr val="accent1">
                  <a:alpha val="40000"/>
                </a:schemeClr>
              </a:gs>
              <a:gs pos="100000">
                <a:schemeClr val="accent1">
                  <a:alpha val="0"/>
                </a:schemeClr>
              </a:gs>
            </a:gsLst>
            <a:lin ang="16200000" scaled="1"/>
            <a:tileRect/>
          </a:gradFill>
          <a:ln w="19050">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lvl="0" algn="ctr"/>
            <a:endParaRPr lang="en-US" sz="1350"/>
          </a:p>
        </p:txBody>
      </p:sp>
      <p:cxnSp>
        <p:nvCxnSpPr>
          <p:cNvPr id="11" name="直接连接符 10"/>
          <p:cNvCxnSpPr/>
          <p:nvPr userDrawn="1">
            <p:custDataLst>
              <p:tags r:id="rId16"/>
            </p:custDataLst>
          </p:nvPr>
        </p:nvCxnSpPr>
        <p:spPr>
          <a:xfrm>
            <a:off x="1071947" y="1382147"/>
            <a:ext cx="1655500" cy="1655500"/>
          </a:xfrm>
          <a:prstGeom prst="line">
            <a:avLst/>
          </a:prstGeom>
          <a:noFill/>
          <a:ln w="22225">
            <a:gradFill>
              <a:gsLst>
                <a:gs pos="917">
                  <a:schemeClr val="accent1">
                    <a:alpha val="0"/>
                  </a:schemeClr>
                </a:gs>
                <a:gs pos="97248">
                  <a:schemeClr val="accent1">
                    <a:alpha val="0"/>
                  </a:schemeClr>
                </a:gs>
                <a:gs pos="5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cxnSp>
      <p:cxnSp>
        <p:nvCxnSpPr>
          <p:cNvPr id="12" name="直接连接符 11"/>
          <p:cNvCxnSpPr/>
          <p:nvPr userDrawn="1">
            <p:custDataLst>
              <p:tags r:id="rId17"/>
            </p:custDataLst>
          </p:nvPr>
        </p:nvCxnSpPr>
        <p:spPr>
          <a:xfrm>
            <a:off x="924339" y="1382147"/>
            <a:ext cx="1655500" cy="1655500"/>
          </a:xfrm>
          <a:prstGeom prst="line">
            <a:avLst/>
          </a:prstGeom>
          <a:noFill/>
          <a:ln w="22225">
            <a:gradFill>
              <a:gsLst>
                <a:gs pos="917">
                  <a:schemeClr val="accent1">
                    <a:alpha val="0"/>
                  </a:schemeClr>
                </a:gs>
                <a:gs pos="97248">
                  <a:schemeClr val="accent1">
                    <a:alpha val="0"/>
                  </a:schemeClr>
                </a:gs>
                <a:gs pos="5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cxnSp>
      <p:cxnSp>
        <p:nvCxnSpPr>
          <p:cNvPr id="13" name="直接连接符 12"/>
          <p:cNvCxnSpPr/>
          <p:nvPr userDrawn="1">
            <p:custDataLst>
              <p:tags r:id="rId18"/>
            </p:custDataLst>
          </p:nvPr>
        </p:nvCxnSpPr>
        <p:spPr>
          <a:xfrm>
            <a:off x="776730" y="1382147"/>
            <a:ext cx="1655500" cy="1655500"/>
          </a:xfrm>
          <a:prstGeom prst="line">
            <a:avLst/>
          </a:prstGeom>
          <a:noFill/>
          <a:ln w="22225">
            <a:gradFill>
              <a:gsLst>
                <a:gs pos="917">
                  <a:schemeClr val="accent1">
                    <a:alpha val="0"/>
                  </a:schemeClr>
                </a:gs>
                <a:gs pos="97248">
                  <a:schemeClr val="accent1">
                    <a:alpha val="0"/>
                  </a:schemeClr>
                </a:gs>
                <a:gs pos="5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cxnSp>
      <p:cxnSp>
        <p:nvCxnSpPr>
          <p:cNvPr id="15" name="直接连接符 14"/>
          <p:cNvCxnSpPr/>
          <p:nvPr userDrawn="1">
            <p:custDataLst>
              <p:tags r:id="rId19"/>
            </p:custDataLst>
          </p:nvPr>
        </p:nvCxnSpPr>
        <p:spPr>
          <a:xfrm flipV="1">
            <a:off x="1071947" y="3828921"/>
            <a:ext cx="1655500" cy="1655500"/>
          </a:xfrm>
          <a:prstGeom prst="line">
            <a:avLst/>
          </a:prstGeom>
          <a:noFill/>
          <a:ln w="22225">
            <a:gradFill>
              <a:gsLst>
                <a:gs pos="917">
                  <a:schemeClr val="accent1">
                    <a:alpha val="0"/>
                  </a:schemeClr>
                </a:gs>
                <a:gs pos="97248">
                  <a:schemeClr val="accent1">
                    <a:alpha val="0"/>
                  </a:schemeClr>
                </a:gs>
                <a:gs pos="5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cxnSp>
      <p:cxnSp>
        <p:nvCxnSpPr>
          <p:cNvPr id="16" name="直接连接符 15"/>
          <p:cNvCxnSpPr/>
          <p:nvPr userDrawn="1">
            <p:custDataLst>
              <p:tags r:id="rId20"/>
            </p:custDataLst>
          </p:nvPr>
        </p:nvCxnSpPr>
        <p:spPr>
          <a:xfrm flipV="1">
            <a:off x="924339" y="3828921"/>
            <a:ext cx="1655500" cy="1655500"/>
          </a:xfrm>
          <a:prstGeom prst="line">
            <a:avLst/>
          </a:prstGeom>
          <a:noFill/>
          <a:ln w="22225">
            <a:gradFill>
              <a:gsLst>
                <a:gs pos="917">
                  <a:schemeClr val="accent1">
                    <a:alpha val="0"/>
                  </a:schemeClr>
                </a:gs>
                <a:gs pos="97248">
                  <a:schemeClr val="accent1">
                    <a:alpha val="0"/>
                  </a:schemeClr>
                </a:gs>
                <a:gs pos="5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cxnSp>
      <p:cxnSp>
        <p:nvCxnSpPr>
          <p:cNvPr id="17" name="直接连接符 16"/>
          <p:cNvCxnSpPr/>
          <p:nvPr userDrawn="1">
            <p:custDataLst>
              <p:tags r:id="rId21"/>
            </p:custDataLst>
          </p:nvPr>
        </p:nvCxnSpPr>
        <p:spPr>
          <a:xfrm flipV="1">
            <a:off x="776730" y="3828921"/>
            <a:ext cx="1655500" cy="1655500"/>
          </a:xfrm>
          <a:prstGeom prst="line">
            <a:avLst/>
          </a:prstGeom>
          <a:noFill/>
          <a:ln w="22225">
            <a:gradFill>
              <a:gsLst>
                <a:gs pos="917">
                  <a:schemeClr val="accent1">
                    <a:alpha val="0"/>
                  </a:schemeClr>
                </a:gs>
                <a:gs pos="97248">
                  <a:schemeClr val="accent1">
                    <a:alpha val="0"/>
                  </a:schemeClr>
                </a:gs>
                <a:gs pos="5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cxnSp>
      <p:sp>
        <p:nvSpPr>
          <p:cNvPr id="26" name="任意多边形: 形状 25"/>
          <p:cNvSpPr/>
          <p:nvPr userDrawn="1">
            <p:custDataLst>
              <p:tags r:id="rId22"/>
            </p:custDataLst>
          </p:nvPr>
        </p:nvSpPr>
        <p:spPr>
          <a:xfrm>
            <a:off x="0" y="3013236"/>
            <a:ext cx="415766" cy="831528"/>
          </a:xfrm>
          <a:custGeom>
            <a:avLst/>
            <a:gdLst>
              <a:gd name="connsiteX0" fmla="*/ 0 w 554354"/>
              <a:gd name="connsiteY0" fmla="*/ 0 h 1108704"/>
              <a:gd name="connsiteX1" fmla="*/ 554354 w 554354"/>
              <a:gd name="connsiteY1" fmla="*/ 554352 h 1108704"/>
              <a:gd name="connsiteX2" fmla="*/ 0 w 554354"/>
              <a:gd name="connsiteY2" fmla="*/ 1108704 h 1108704"/>
            </a:gdLst>
            <a:ahLst/>
            <a:cxnLst>
              <a:cxn ang="0">
                <a:pos x="connsiteX0" y="connsiteY0"/>
              </a:cxn>
              <a:cxn ang="0">
                <a:pos x="connsiteX1" y="connsiteY1"/>
              </a:cxn>
              <a:cxn ang="0">
                <a:pos x="connsiteX2" y="connsiteY2"/>
              </a:cxn>
            </a:cxnLst>
            <a:rect l="l" t="t" r="r" b="b"/>
            <a:pathLst>
              <a:path w="554354" h="1108704">
                <a:moveTo>
                  <a:pt x="0" y="0"/>
                </a:moveTo>
                <a:lnTo>
                  <a:pt x="554354" y="554352"/>
                </a:lnTo>
                <a:lnTo>
                  <a:pt x="0" y="1108704"/>
                </a:lnTo>
                <a:close/>
              </a:path>
            </a:pathLst>
          </a:custGeom>
          <a:solidFill>
            <a:schemeClr val="accent1">
              <a:alpha val="80000"/>
            </a:schemeClr>
          </a:solidFill>
          <a:ln w="508000">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lvl="0" algn="ctr"/>
            <a:endParaRPr lang="en-US" sz="1350"/>
          </a:p>
        </p:txBody>
      </p:sp>
      <p:sp>
        <p:nvSpPr>
          <p:cNvPr id="34" name="任意多边形: 形状 33"/>
          <p:cNvSpPr/>
          <p:nvPr userDrawn="1">
            <p:custDataLst>
              <p:tags r:id="rId23"/>
            </p:custDataLst>
          </p:nvPr>
        </p:nvSpPr>
        <p:spPr>
          <a:xfrm>
            <a:off x="0" y="1860151"/>
            <a:ext cx="1568906" cy="3137699"/>
          </a:xfrm>
          <a:custGeom>
            <a:avLst/>
            <a:gdLst>
              <a:gd name="connsiteX0" fmla="*/ 0 w 2091874"/>
              <a:gd name="connsiteY0" fmla="*/ 0 h 4183599"/>
              <a:gd name="connsiteX1" fmla="*/ 2091727 w 2091874"/>
              <a:gd name="connsiteY1" fmla="*/ 2091726 h 4183599"/>
              <a:gd name="connsiteX2" fmla="*/ 2091874 w 2091874"/>
              <a:gd name="connsiteY2" fmla="*/ 2091726 h 4183599"/>
              <a:gd name="connsiteX3" fmla="*/ 0 w 2091874"/>
              <a:gd name="connsiteY3" fmla="*/ 4183599 h 4183599"/>
              <a:gd name="connsiteX4" fmla="*/ 0 w 2091874"/>
              <a:gd name="connsiteY4" fmla="*/ 3354124 h 4183599"/>
              <a:gd name="connsiteX5" fmla="*/ 1262398 w 2091874"/>
              <a:gd name="connsiteY5" fmla="*/ 2091726 h 4183599"/>
              <a:gd name="connsiteX6" fmla="*/ 0 w 2091874"/>
              <a:gd name="connsiteY6" fmla="*/ 829327 h 418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1874" h="4183599">
                <a:moveTo>
                  <a:pt x="0" y="0"/>
                </a:moveTo>
                <a:lnTo>
                  <a:pt x="2091727" y="2091726"/>
                </a:lnTo>
                <a:lnTo>
                  <a:pt x="2091874" y="2091726"/>
                </a:lnTo>
                <a:lnTo>
                  <a:pt x="0" y="4183599"/>
                </a:lnTo>
                <a:lnTo>
                  <a:pt x="0" y="3354124"/>
                </a:lnTo>
                <a:lnTo>
                  <a:pt x="1262398" y="2091726"/>
                </a:lnTo>
                <a:lnTo>
                  <a:pt x="0" y="829327"/>
                </a:lnTo>
                <a:close/>
              </a:path>
            </a:pathLst>
          </a:custGeom>
          <a:gradFill flip="none" rotWithShape="1">
            <a:gsLst>
              <a:gs pos="0">
                <a:schemeClr val="accent1"/>
              </a:gs>
              <a:gs pos="100000">
                <a:schemeClr val="accent1">
                  <a:alpha val="0"/>
                </a:schemeClr>
              </a:gs>
            </a:gsLst>
            <a:lin ang="16200000" scaled="1"/>
            <a:tileRect/>
          </a:gradFill>
          <a:ln w="19050">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lvl="0" algn="ctr"/>
            <a:endParaRPr lang="en-US" sz="1350"/>
          </a:p>
        </p:txBody>
      </p:sp>
      <p:sp>
        <p:nvSpPr>
          <p:cNvPr id="41" name="任意多边形: 形状 40"/>
          <p:cNvSpPr/>
          <p:nvPr userDrawn="1">
            <p:custDataLst>
              <p:tags r:id="rId24"/>
            </p:custDataLst>
          </p:nvPr>
        </p:nvSpPr>
        <p:spPr>
          <a:xfrm>
            <a:off x="0" y="857250"/>
            <a:ext cx="2577410" cy="5143500"/>
          </a:xfrm>
          <a:custGeom>
            <a:avLst/>
            <a:gdLst>
              <a:gd name="connsiteX0" fmla="*/ 1 w 3436547"/>
              <a:gd name="connsiteY0" fmla="*/ 0 h 6871033"/>
              <a:gd name="connsiteX1" fmla="*/ 3436547 w 3436547"/>
              <a:gd name="connsiteY1" fmla="*/ 3435516 h 6871033"/>
              <a:gd name="connsiteX2" fmla="*/ 1 w 3436547"/>
              <a:gd name="connsiteY2" fmla="*/ 6871033 h 6871033"/>
              <a:gd name="connsiteX3" fmla="*/ 0 w 3436547"/>
              <a:gd name="connsiteY3" fmla="*/ 6871032 h 6871033"/>
              <a:gd name="connsiteX4" fmla="*/ 0 w 3436547"/>
              <a:gd name="connsiteY4" fmla="*/ 6041558 h 6871033"/>
              <a:gd name="connsiteX5" fmla="*/ 1 w 3436547"/>
              <a:gd name="connsiteY5" fmla="*/ 6041559 h 6871033"/>
              <a:gd name="connsiteX6" fmla="*/ 2606778 w 3436547"/>
              <a:gd name="connsiteY6" fmla="*/ 3435516 h 6871033"/>
              <a:gd name="connsiteX7" fmla="*/ 1 w 3436547"/>
              <a:gd name="connsiteY7" fmla="*/ 829475 h 6871033"/>
              <a:gd name="connsiteX8" fmla="*/ 0 w 3436547"/>
              <a:gd name="connsiteY8" fmla="*/ 829476 h 6871033"/>
              <a:gd name="connsiteX9" fmla="*/ 0 w 3436547"/>
              <a:gd name="connsiteY9" fmla="*/ 1 h 687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36547" h="6871033">
                <a:moveTo>
                  <a:pt x="1" y="0"/>
                </a:moveTo>
                <a:lnTo>
                  <a:pt x="3436547" y="3435516"/>
                </a:lnTo>
                <a:lnTo>
                  <a:pt x="1" y="6871033"/>
                </a:lnTo>
                <a:lnTo>
                  <a:pt x="0" y="6871032"/>
                </a:lnTo>
                <a:lnTo>
                  <a:pt x="0" y="6041558"/>
                </a:lnTo>
                <a:lnTo>
                  <a:pt x="1" y="6041559"/>
                </a:lnTo>
                <a:lnTo>
                  <a:pt x="2606778" y="3435516"/>
                </a:lnTo>
                <a:lnTo>
                  <a:pt x="1" y="829475"/>
                </a:lnTo>
                <a:lnTo>
                  <a:pt x="0" y="829476"/>
                </a:lnTo>
                <a:lnTo>
                  <a:pt x="0" y="1"/>
                </a:lnTo>
                <a:close/>
              </a:path>
            </a:pathLst>
          </a:custGeom>
          <a:gradFill flip="none" rotWithShape="1">
            <a:gsLst>
              <a:gs pos="0">
                <a:schemeClr val="accent1"/>
              </a:gs>
              <a:gs pos="86000">
                <a:schemeClr val="accent1">
                  <a:alpha val="0"/>
                </a:schemeClr>
              </a:gs>
            </a:gsLst>
            <a:lin ang="5400000" scaled="1"/>
            <a:tileRect/>
          </a:gradFill>
          <a:ln w="19050">
            <a:gradFill flip="none" rotWithShape="1">
              <a:gsLst>
                <a:gs pos="0">
                  <a:schemeClr val="accent1">
                    <a:alpha val="0"/>
                  </a:schemeClr>
                </a:gs>
                <a:gs pos="100000">
                  <a:schemeClr val="accent1"/>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lvl="0" algn="ctr"/>
            <a:endParaRPr lang="en-US" sz="1350"/>
          </a:p>
        </p:txBody>
      </p:sp>
      <p:sp>
        <p:nvSpPr>
          <p:cNvPr id="44" name="任意多边形: 形状 43"/>
          <p:cNvSpPr/>
          <p:nvPr userDrawn="1">
            <p:custDataLst>
              <p:tags r:id="rId25"/>
            </p:custDataLst>
          </p:nvPr>
        </p:nvSpPr>
        <p:spPr>
          <a:xfrm>
            <a:off x="1101430" y="857250"/>
            <a:ext cx="3721255" cy="5143499"/>
          </a:xfrm>
          <a:custGeom>
            <a:avLst/>
            <a:gdLst>
              <a:gd name="connsiteX0" fmla="*/ 13037 w 4961673"/>
              <a:gd name="connsiteY0" fmla="*/ 0 h 6857999"/>
              <a:gd name="connsiteX1" fmla="*/ 1531645 w 4961673"/>
              <a:gd name="connsiteY1" fmla="*/ 0 h 6857999"/>
              <a:gd name="connsiteX2" fmla="*/ 4961673 w 4961673"/>
              <a:gd name="connsiteY2" fmla="*/ 3422495 h 6857999"/>
              <a:gd name="connsiteX3" fmla="*/ 1518608 w 4961673"/>
              <a:gd name="connsiteY3" fmla="*/ 6857999 h 6857999"/>
              <a:gd name="connsiteX4" fmla="*/ 0 w 4961673"/>
              <a:gd name="connsiteY4" fmla="*/ 6857999 h 6857999"/>
              <a:gd name="connsiteX5" fmla="*/ 3443005 w 4961673"/>
              <a:gd name="connsiteY5" fmla="*/ 342249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1673" h="6857999">
                <a:moveTo>
                  <a:pt x="13037" y="0"/>
                </a:moveTo>
                <a:lnTo>
                  <a:pt x="1531645" y="0"/>
                </a:lnTo>
                <a:lnTo>
                  <a:pt x="4961673" y="3422495"/>
                </a:lnTo>
                <a:lnTo>
                  <a:pt x="1518608" y="6857999"/>
                </a:lnTo>
                <a:lnTo>
                  <a:pt x="0" y="6857999"/>
                </a:lnTo>
                <a:lnTo>
                  <a:pt x="3443005" y="3422495"/>
                </a:lnTo>
                <a:close/>
              </a:path>
            </a:pathLst>
          </a:custGeom>
          <a:gradFill flip="none" rotWithShape="1">
            <a:gsLst>
              <a:gs pos="18000">
                <a:schemeClr val="accent1">
                  <a:alpha val="20000"/>
                </a:schemeClr>
              </a:gs>
              <a:gs pos="73000">
                <a:schemeClr val="accent1">
                  <a:alpha val="0"/>
                </a:schemeClr>
              </a:gs>
            </a:gsLst>
            <a:lin ang="0" scaled="1"/>
            <a:tileRect/>
          </a:gradFill>
          <a:ln w="19050">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lvl="0" algn="ctr"/>
            <a:endParaRPr lang="en-US" sz="1350"/>
          </a:p>
        </p:txBody>
      </p:sp>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wrap="square">
            <a:normAutofit/>
          </a:bodyPr>
          <a:lstStyle>
            <a:lvl1pPr>
              <a:defRPr>
                <a:latin typeface="+mj-lt"/>
                <a:cs typeface="+mj-lt"/>
              </a:defRPr>
            </a:lvl1pPr>
          </a:lstStyle>
          <a:p>
            <a:r>
              <a:rPr lang="en-US" dirty="0">
                <a:latin typeface="+mj-lt"/>
              </a:rPr>
              <a:t>Click to add title</a:t>
            </a:r>
            <a:endParaRPr lang="en-US" dirty="0"/>
          </a:p>
        </p:txBody>
      </p:sp>
      <p:sp>
        <p:nvSpPr>
          <p:cNvPr id="3" name="内容占位符 2"/>
          <p:cNvSpPr>
            <a:spLocks noGrp="1"/>
          </p:cNvSpPr>
          <p:nvPr>
            <p:ph idx="1" hasCustomPrompt="1"/>
            <p:custDataLst>
              <p:tags r:id="rId3"/>
            </p:custDataLst>
          </p:nvPr>
        </p:nvSpPr>
        <p:spPr/>
        <p:txBody>
          <a:bodyPr wrap="square">
            <a:normAutofit/>
          </a:bodyPr>
          <a:lstStyle>
            <a:lvl1pPr>
              <a:defRPr>
                <a:latin typeface="+mn-lt"/>
                <a:cs typeface="+mn-lt"/>
              </a:defRPr>
            </a:lvl1pPr>
          </a:lstStyle>
          <a:p>
            <a:pPr lvl="0"/>
            <a:r>
              <a:rPr lang="en-US" dirty="0">
                <a:latin typeface="+mn-lt"/>
              </a:rPr>
              <a:t>Click to add text</a:t>
            </a:r>
            <a:endParaRPr lang="en-US" dirty="0"/>
          </a:p>
        </p:txBody>
      </p:sp>
      <p:sp>
        <p:nvSpPr>
          <p:cNvPr id="4" name="日期占位符 3"/>
          <p:cNvSpPr>
            <a:spLocks noGrp="1"/>
          </p:cNvSpPr>
          <p:nvPr>
            <p:ph type="dt" sz="half" idx="10"/>
            <p:custDataLst>
              <p:tags r:id="rId4"/>
            </p:custDataLst>
          </p:nvPr>
        </p:nvSpPr>
        <p:spPr/>
        <p:txBody>
          <a:bodyPr wrap="square">
            <a:normAutofit/>
          </a:bodyPr>
          <a:lstStyle/>
          <a:p>
            <a:r>
              <a:rPr lang="en-US"/>
              <a:t>Date Area</a:t>
            </a:r>
            <a:endParaRPr lang="en-US"/>
          </a:p>
        </p:txBody>
      </p:sp>
      <p:sp>
        <p:nvSpPr>
          <p:cNvPr id="5" name="页脚占位符 4"/>
          <p:cNvSpPr>
            <a:spLocks noGrp="1"/>
          </p:cNvSpPr>
          <p:nvPr>
            <p:ph type="ftr" sz="quarter" idx="11"/>
            <p:custDataLst>
              <p:tags r:id="rId5"/>
            </p:custDataLst>
          </p:nvPr>
        </p:nvSpPr>
        <p:spPr/>
        <p:txBody>
          <a:bodyPr/>
          <a:lstStyle/>
          <a:p>
            <a:endParaRPr 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sp>
        <p:nvSpPr>
          <p:cNvPr id="3" name="矩形 2"/>
          <p:cNvSpPr/>
          <p:nvPr userDrawn="1">
            <p:custDataLst>
              <p:tags r:id="rId2"/>
            </p:custDataLst>
          </p:nvPr>
        </p:nvSpPr>
        <p:spPr>
          <a:xfrm>
            <a:off x="0" y="857250"/>
            <a:ext cx="9144000" cy="51435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3" name="矩形 12"/>
          <p:cNvSpPr/>
          <p:nvPr userDrawn="1">
            <p:custDataLst>
              <p:tags r:id="rId3"/>
            </p:custDataLst>
          </p:nvPr>
        </p:nvSpPr>
        <p:spPr>
          <a:xfrm>
            <a:off x="5511305" y="857250"/>
            <a:ext cx="3632696" cy="2895600"/>
          </a:xfrm>
          <a:prstGeom prst="rect">
            <a:avLst/>
          </a:prstGeom>
          <a:gradFill flip="none" rotWithShape="1">
            <a:gsLst>
              <a:gs pos="36000">
                <a:schemeClr val="accent1">
                  <a:alpha val="0"/>
                </a:schemeClr>
              </a:gs>
              <a:gs pos="100000">
                <a:schemeClr val="accent1">
                  <a:alpha val="2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 name="任意多边形: 形状 3"/>
          <p:cNvSpPr/>
          <p:nvPr userDrawn="1">
            <p:custDataLst>
              <p:tags r:id="rId4"/>
            </p:custDataLst>
          </p:nvPr>
        </p:nvSpPr>
        <p:spPr>
          <a:xfrm>
            <a:off x="7629525" y="897357"/>
            <a:ext cx="1514473" cy="1514927"/>
          </a:xfrm>
          <a:custGeom>
            <a:avLst/>
            <a:gdLst>
              <a:gd name="connsiteX0" fmla="*/ 1 w 3435515"/>
              <a:gd name="connsiteY0" fmla="*/ 0 h 3436545"/>
              <a:gd name="connsiteX1" fmla="*/ 829476 w 3435515"/>
              <a:gd name="connsiteY1" fmla="*/ 0 h 3436545"/>
              <a:gd name="connsiteX2" fmla="*/ 829475 w 3435515"/>
              <a:gd name="connsiteY2" fmla="*/ 1 h 3436545"/>
              <a:gd name="connsiteX3" fmla="*/ 3435515 w 3435515"/>
              <a:gd name="connsiteY3" fmla="*/ 2606776 h 3436545"/>
              <a:gd name="connsiteX4" fmla="*/ 3435515 w 3435515"/>
              <a:gd name="connsiteY4" fmla="*/ 3436545 h 3436545"/>
              <a:gd name="connsiteX5" fmla="*/ 0 w 3435515"/>
              <a:gd name="connsiteY5" fmla="*/ 1 h 3436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35515" h="3436545">
                <a:moveTo>
                  <a:pt x="1" y="0"/>
                </a:moveTo>
                <a:lnTo>
                  <a:pt x="829476" y="0"/>
                </a:lnTo>
                <a:lnTo>
                  <a:pt x="829475" y="1"/>
                </a:lnTo>
                <a:lnTo>
                  <a:pt x="3435515" y="2606776"/>
                </a:lnTo>
                <a:lnTo>
                  <a:pt x="3435515" y="3436545"/>
                </a:lnTo>
                <a:lnTo>
                  <a:pt x="0" y="1"/>
                </a:lnTo>
                <a:close/>
              </a:path>
            </a:pathLst>
          </a:custGeom>
          <a:gradFill flip="none" rotWithShape="1">
            <a:gsLst>
              <a:gs pos="11000">
                <a:schemeClr val="accent1">
                  <a:alpha val="70000"/>
                </a:schemeClr>
              </a:gs>
              <a:gs pos="79000">
                <a:schemeClr val="accent1">
                  <a:alpha val="0"/>
                </a:schemeClr>
              </a:gs>
            </a:gsLst>
            <a:lin ang="10800000" scaled="1"/>
            <a:tileRect/>
          </a:gradFill>
          <a:ln w="19050">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en-US" sz="1350"/>
          </a:p>
        </p:txBody>
      </p:sp>
      <p:cxnSp>
        <p:nvCxnSpPr>
          <p:cNvPr id="5" name="直接连接符 4"/>
          <p:cNvCxnSpPr/>
          <p:nvPr userDrawn="1">
            <p:custDataLst>
              <p:tags r:id="rId5"/>
            </p:custDataLst>
          </p:nvPr>
        </p:nvCxnSpPr>
        <p:spPr>
          <a:xfrm rot="5400000" flipV="1">
            <a:off x="7811027" y="1384598"/>
            <a:ext cx="973055" cy="973056"/>
          </a:xfrm>
          <a:prstGeom prst="line">
            <a:avLst/>
          </a:prstGeom>
          <a:noFill/>
          <a:ln w="15875">
            <a:gradFill>
              <a:gsLst>
                <a:gs pos="917">
                  <a:schemeClr val="accent1">
                    <a:alpha val="0"/>
                  </a:schemeClr>
                </a:gs>
                <a:gs pos="97248">
                  <a:schemeClr val="accent1">
                    <a:alpha val="0"/>
                  </a:schemeClr>
                </a:gs>
                <a:gs pos="50000">
                  <a:schemeClr val="accent1">
                    <a:alpha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cxnSp>
      <p:cxnSp>
        <p:nvCxnSpPr>
          <p:cNvPr id="6" name="直接连接符 5"/>
          <p:cNvCxnSpPr/>
          <p:nvPr userDrawn="1">
            <p:custDataLst>
              <p:tags r:id="rId6"/>
            </p:custDataLst>
          </p:nvPr>
        </p:nvCxnSpPr>
        <p:spPr>
          <a:xfrm rot="5400000" flipV="1">
            <a:off x="7811027" y="1297838"/>
            <a:ext cx="973055" cy="973056"/>
          </a:xfrm>
          <a:prstGeom prst="line">
            <a:avLst/>
          </a:prstGeom>
          <a:noFill/>
          <a:ln w="15875">
            <a:gradFill>
              <a:gsLst>
                <a:gs pos="917">
                  <a:schemeClr val="accent1">
                    <a:alpha val="0"/>
                  </a:schemeClr>
                </a:gs>
                <a:gs pos="97248">
                  <a:schemeClr val="accent1">
                    <a:alpha val="0"/>
                  </a:schemeClr>
                </a:gs>
                <a:gs pos="50000">
                  <a:schemeClr val="accent1">
                    <a:alpha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cxnSp>
      <p:cxnSp>
        <p:nvCxnSpPr>
          <p:cNvPr id="10" name="直接连接符 9"/>
          <p:cNvCxnSpPr/>
          <p:nvPr userDrawn="1">
            <p:custDataLst>
              <p:tags r:id="rId7"/>
            </p:custDataLst>
          </p:nvPr>
        </p:nvCxnSpPr>
        <p:spPr>
          <a:xfrm rot="5400000" flipV="1">
            <a:off x="7824960" y="1213933"/>
            <a:ext cx="973055" cy="973056"/>
          </a:xfrm>
          <a:prstGeom prst="line">
            <a:avLst/>
          </a:prstGeom>
          <a:noFill/>
          <a:ln w="15875">
            <a:gradFill>
              <a:gsLst>
                <a:gs pos="917">
                  <a:schemeClr val="accent1">
                    <a:alpha val="0"/>
                  </a:schemeClr>
                </a:gs>
                <a:gs pos="97248">
                  <a:schemeClr val="accent1">
                    <a:alpha val="0"/>
                  </a:schemeClr>
                </a:gs>
                <a:gs pos="50000">
                  <a:schemeClr val="accent1">
                    <a:alpha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cxnSp>
      <p:sp>
        <p:nvSpPr>
          <p:cNvPr id="11" name="任意多边形: 形状 10"/>
          <p:cNvSpPr/>
          <p:nvPr userDrawn="1">
            <p:custDataLst>
              <p:tags r:id="rId8"/>
            </p:custDataLst>
          </p:nvPr>
        </p:nvSpPr>
        <p:spPr>
          <a:xfrm>
            <a:off x="7760110" y="857250"/>
            <a:ext cx="1335246" cy="1335647"/>
          </a:xfrm>
          <a:custGeom>
            <a:avLst/>
            <a:gdLst>
              <a:gd name="connsiteX0" fmla="*/ 1 w 2384969"/>
              <a:gd name="connsiteY0" fmla="*/ 0 h 2385685"/>
              <a:gd name="connsiteX1" fmla="*/ 653123 w 2384969"/>
              <a:gd name="connsiteY1" fmla="*/ 0 h 2385685"/>
              <a:gd name="connsiteX2" fmla="*/ 653122 w 2384969"/>
              <a:gd name="connsiteY2" fmla="*/ 1 h 2385685"/>
              <a:gd name="connsiteX3" fmla="*/ 2384969 w 2384969"/>
              <a:gd name="connsiteY3" fmla="*/ 1732337 h 2385685"/>
              <a:gd name="connsiteX4" fmla="*/ 2384969 w 2384969"/>
              <a:gd name="connsiteY4" fmla="*/ 2385685 h 2385685"/>
              <a:gd name="connsiteX5" fmla="*/ 0 w 2384969"/>
              <a:gd name="connsiteY5" fmla="*/ 1 h 2385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4969" h="2385685">
                <a:moveTo>
                  <a:pt x="1" y="0"/>
                </a:moveTo>
                <a:lnTo>
                  <a:pt x="653123" y="0"/>
                </a:lnTo>
                <a:lnTo>
                  <a:pt x="653122" y="1"/>
                </a:lnTo>
                <a:lnTo>
                  <a:pt x="2384969" y="1732337"/>
                </a:lnTo>
                <a:lnTo>
                  <a:pt x="2384969" y="2385685"/>
                </a:lnTo>
                <a:lnTo>
                  <a:pt x="0" y="1"/>
                </a:lnTo>
                <a:close/>
              </a:path>
            </a:pathLst>
          </a:custGeom>
          <a:gradFill flip="none" rotWithShape="1">
            <a:gsLst>
              <a:gs pos="9000">
                <a:schemeClr val="accent1">
                  <a:alpha val="70000"/>
                </a:schemeClr>
              </a:gs>
              <a:gs pos="79000">
                <a:schemeClr val="accent1">
                  <a:alpha val="0"/>
                </a:schemeClr>
              </a:gs>
            </a:gsLst>
            <a:lin ang="5400000" scaled="1"/>
            <a:tileRect/>
          </a:gradFill>
          <a:ln w="19050">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en-US" sz="1350"/>
          </a:p>
        </p:txBody>
      </p:sp>
      <p:sp>
        <p:nvSpPr>
          <p:cNvPr id="2" name="标题 1"/>
          <p:cNvSpPr>
            <a:spLocks noGrp="1"/>
          </p:cNvSpPr>
          <p:nvPr userDrawn="1">
            <p:ph type="title" hasCustomPrompt="1"/>
            <p:custDataLst>
              <p:tags r:id="rId9"/>
            </p:custDataLst>
          </p:nvPr>
        </p:nvSpPr>
        <p:spPr>
          <a:xfrm>
            <a:off x="649129" y="1281113"/>
            <a:ext cx="4250531" cy="811054"/>
          </a:xfrm>
        </p:spPr>
        <p:txBody>
          <a:bodyPr wrap="square" anchor="b">
            <a:normAutofit/>
          </a:bodyPr>
          <a:lstStyle>
            <a:lvl1pPr>
              <a:defRPr sz="4500" b="0">
                <a:latin typeface="+mj-lt"/>
              </a:defRPr>
            </a:lvl1pPr>
          </a:lstStyle>
          <a:p>
            <a:r>
              <a:rPr lang="en-US" dirty="0">
                <a:latin typeface="+mj-lt"/>
              </a:rPr>
              <a:t>Click to add title</a:t>
            </a:r>
            <a:endParaRPr lang="en-US" dirty="0"/>
          </a:p>
        </p:txBody>
      </p:sp>
      <p:sp>
        <p:nvSpPr>
          <p:cNvPr id="7" name="日期占位符 3"/>
          <p:cNvSpPr>
            <a:spLocks noGrp="1"/>
          </p:cNvSpPr>
          <p:nvPr userDrawn="1">
            <p:ph type="dt" sz="half" idx="10"/>
            <p:custDataLst>
              <p:tags r:id="rId10"/>
            </p:custDataLst>
          </p:nvPr>
        </p:nvSpPr>
        <p:spPr/>
        <p:txBody>
          <a:bodyPr wrap="square">
            <a:normAutofit/>
          </a:bodyPr>
          <a:lstStyle/>
          <a:p>
            <a:r>
              <a:rPr lang="en-US"/>
              <a:t>Date Area</a:t>
            </a:r>
            <a:endParaRPr lang="en-US"/>
          </a:p>
        </p:txBody>
      </p:sp>
      <p:sp>
        <p:nvSpPr>
          <p:cNvPr id="8" name="页脚占位符 4"/>
          <p:cNvSpPr>
            <a:spLocks noGrp="1"/>
          </p:cNvSpPr>
          <p:nvPr userDrawn="1">
            <p:ph type="ftr" sz="quarter" idx="11"/>
            <p:custDataLst>
              <p:tags r:id="rId11"/>
            </p:custDataLst>
          </p:nvPr>
        </p:nvSpPr>
        <p:spPr/>
        <p:txBody>
          <a:bodyPr/>
          <a:lstStyle/>
          <a:p>
            <a:endParaRPr lang="en-US"/>
          </a:p>
        </p:txBody>
      </p:sp>
      <p:sp>
        <p:nvSpPr>
          <p:cNvPr id="9" name="灯片编号占位符 5"/>
          <p:cNvSpPr>
            <a:spLocks noGrp="1"/>
          </p:cNvSpPr>
          <p:nvPr userDrawn="1">
            <p:ph type="sldNum" sz="quarter" idx="12"/>
            <p:custDataLst>
              <p:tags r:id="rId12"/>
            </p:custDataLst>
          </p:nvPr>
        </p:nvSpPr>
        <p:spPr/>
        <p:txBody>
          <a:bodyPr wrap="square">
            <a:normAutofit/>
          </a:bodyPr>
          <a:lstStyle/>
          <a:p>
            <a:fld id="{BE5F26B5-172A-4DC2-B0B7-181CFC56B87C}"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Section Header">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857250"/>
            <a:ext cx="9144000" cy="51435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 name="任意多边形: 形状 20"/>
          <p:cNvSpPr/>
          <p:nvPr userDrawn="1">
            <p:custDataLst>
              <p:tags r:id="rId3"/>
            </p:custDataLst>
          </p:nvPr>
        </p:nvSpPr>
        <p:spPr>
          <a:xfrm>
            <a:off x="0" y="1831523"/>
            <a:ext cx="1597958" cy="3194954"/>
          </a:xfrm>
          <a:custGeom>
            <a:avLst/>
            <a:gdLst>
              <a:gd name="connsiteX0" fmla="*/ 1 w 2130610"/>
              <a:gd name="connsiteY0" fmla="*/ 0 h 4259938"/>
              <a:gd name="connsiteX1" fmla="*/ 2130610 w 2130610"/>
              <a:gd name="connsiteY1" fmla="*/ 2129969 h 4259938"/>
              <a:gd name="connsiteX2" fmla="*/ 1 w 2130610"/>
              <a:gd name="connsiteY2" fmla="*/ 4259938 h 4259938"/>
              <a:gd name="connsiteX3" fmla="*/ 0 w 2130610"/>
              <a:gd name="connsiteY3" fmla="*/ 4259938 h 4259938"/>
              <a:gd name="connsiteX4" fmla="*/ 0 w 2130610"/>
              <a:gd name="connsiteY4" fmla="*/ 3745676 h 4259938"/>
              <a:gd name="connsiteX5" fmla="*/ 1 w 2130610"/>
              <a:gd name="connsiteY5" fmla="*/ 3745676 h 4259938"/>
              <a:gd name="connsiteX6" fmla="*/ 1616165 w 2130610"/>
              <a:gd name="connsiteY6" fmla="*/ 2129969 h 4259938"/>
              <a:gd name="connsiteX7" fmla="*/ 1 w 2130610"/>
              <a:gd name="connsiteY7" fmla="*/ 514262 h 4259938"/>
              <a:gd name="connsiteX8" fmla="*/ 0 w 2130610"/>
              <a:gd name="connsiteY8" fmla="*/ 514263 h 4259938"/>
              <a:gd name="connsiteX9" fmla="*/ 0 w 2130610"/>
              <a:gd name="connsiteY9" fmla="*/ 1 h 4259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0610" h="4259938">
                <a:moveTo>
                  <a:pt x="1" y="0"/>
                </a:moveTo>
                <a:lnTo>
                  <a:pt x="2130610" y="2129969"/>
                </a:lnTo>
                <a:lnTo>
                  <a:pt x="1" y="4259938"/>
                </a:lnTo>
                <a:lnTo>
                  <a:pt x="0" y="4259938"/>
                </a:lnTo>
                <a:lnTo>
                  <a:pt x="0" y="3745676"/>
                </a:lnTo>
                <a:lnTo>
                  <a:pt x="1" y="3745676"/>
                </a:lnTo>
                <a:lnTo>
                  <a:pt x="1616165" y="2129969"/>
                </a:lnTo>
                <a:lnTo>
                  <a:pt x="1" y="514262"/>
                </a:lnTo>
                <a:lnTo>
                  <a:pt x="0" y="514263"/>
                </a:lnTo>
                <a:lnTo>
                  <a:pt x="0" y="1"/>
                </a:lnTo>
                <a:close/>
              </a:path>
            </a:pathLst>
          </a:custGeom>
          <a:gradFill flip="none" rotWithShape="1">
            <a:gsLst>
              <a:gs pos="0">
                <a:schemeClr val="accent1">
                  <a:alpha val="70000"/>
                </a:schemeClr>
              </a:gs>
              <a:gs pos="86000">
                <a:schemeClr val="accent1">
                  <a:alpha val="0"/>
                </a:schemeClr>
              </a:gs>
            </a:gsLst>
            <a:lin ang="5400000" scaled="1"/>
            <a:tileRect/>
          </a:gradFill>
          <a:ln w="19050">
            <a:gradFill flip="none" rotWithShape="1">
              <a:gsLst>
                <a:gs pos="0">
                  <a:schemeClr val="accent1">
                    <a:alpha val="0"/>
                  </a:schemeClr>
                </a:gs>
                <a:gs pos="100000">
                  <a:schemeClr val="accent1"/>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lvl="0" algn="ctr"/>
            <a:endParaRPr lang="en-US" sz="1350"/>
          </a:p>
        </p:txBody>
      </p:sp>
      <p:sp>
        <p:nvSpPr>
          <p:cNvPr id="23" name="任意多边形: 形状 22"/>
          <p:cNvSpPr/>
          <p:nvPr userDrawn="1">
            <p:custDataLst>
              <p:tags r:id="rId4"/>
            </p:custDataLst>
          </p:nvPr>
        </p:nvSpPr>
        <p:spPr>
          <a:xfrm>
            <a:off x="0" y="2455965"/>
            <a:ext cx="972699" cy="1945327"/>
          </a:xfrm>
          <a:custGeom>
            <a:avLst/>
            <a:gdLst>
              <a:gd name="connsiteX0" fmla="*/ 0 w 1296932"/>
              <a:gd name="connsiteY0" fmla="*/ 0 h 2593769"/>
              <a:gd name="connsiteX1" fmla="*/ 1296840 w 1296932"/>
              <a:gd name="connsiteY1" fmla="*/ 1296839 h 2593769"/>
              <a:gd name="connsiteX2" fmla="*/ 1296932 w 1296932"/>
              <a:gd name="connsiteY2" fmla="*/ 1296839 h 2593769"/>
              <a:gd name="connsiteX3" fmla="*/ 0 w 1296932"/>
              <a:gd name="connsiteY3" fmla="*/ 2593769 h 2593769"/>
              <a:gd name="connsiteX4" fmla="*/ 0 w 1296932"/>
              <a:gd name="connsiteY4" fmla="*/ 2079507 h 2593769"/>
              <a:gd name="connsiteX5" fmla="*/ 782669 w 1296932"/>
              <a:gd name="connsiteY5" fmla="*/ 1296839 h 2593769"/>
              <a:gd name="connsiteX6" fmla="*/ 0 w 1296932"/>
              <a:gd name="connsiteY6" fmla="*/ 514171 h 259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6932" h="2593769">
                <a:moveTo>
                  <a:pt x="0" y="0"/>
                </a:moveTo>
                <a:lnTo>
                  <a:pt x="1296840" y="1296839"/>
                </a:lnTo>
                <a:lnTo>
                  <a:pt x="1296932" y="1296839"/>
                </a:lnTo>
                <a:lnTo>
                  <a:pt x="0" y="2593769"/>
                </a:lnTo>
                <a:lnTo>
                  <a:pt x="0" y="2079507"/>
                </a:lnTo>
                <a:lnTo>
                  <a:pt x="782669" y="1296839"/>
                </a:lnTo>
                <a:lnTo>
                  <a:pt x="0" y="514171"/>
                </a:lnTo>
                <a:close/>
              </a:path>
            </a:pathLst>
          </a:custGeom>
          <a:gradFill flip="none" rotWithShape="1">
            <a:gsLst>
              <a:gs pos="12000">
                <a:schemeClr val="accent1">
                  <a:alpha val="98000"/>
                </a:schemeClr>
              </a:gs>
              <a:gs pos="100000">
                <a:schemeClr val="accent1">
                  <a:alpha val="0"/>
                </a:schemeClr>
              </a:gs>
            </a:gsLst>
            <a:lin ang="5400000" scaled="1"/>
            <a:tileRect/>
          </a:gradFill>
          <a:ln w="19050">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lvl="0" algn="ctr"/>
            <a:endParaRPr lang="en-US" sz="1350"/>
          </a:p>
        </p:txBody>
      </p:sp>
      <p:sp>
        <p:nvSpPr>
          <p:cNvPr id="26" name="任意多边形: 形状 25"/>
          <p:cNvSpPr/>
          <p:nvPr userDrawn="1">
            <p:custDataLst>
              <p:tags r:id="rId5"/>
            </p:custDataLst>
          </p:nvPr>
        </p:nvSpPr>
        <p:spPr>
          <a:xfrm>
            <a:off x="0" y="2048652"/>
            <a:ext cx="1380398" cy="2760696"/>
          </a:xfrm>
          <a:custGeom>
            <a:avLst/>
            <a:gdLst>
              <a:gd name="connsiteX0" fmla="*/ 0 w 1840531"/>
              <a:gd name="connsiteY0" fmla="*/ 0 h 3680928"/>
              <a:gd name="connsiteX1" fmla="*/ 1840401 w 1840531"/>
              <a:gd name="connsiteY1" fmla="*/ 1840399 h 3680928"/>
              <a:gd name="connsiteX2" fmla="*/ 1840531 w 1840531"/>
              <a:gd name="connsiteY2" fmla="*/ 1840399 h 3680928"/>
              <a:gd name="connsiteX3" fmla="*/ 0 w 1840531"/>
              <a:gd name="connsiteY3" fmla="*/ 3680928 h 3680928"/>
              <a:gd name="connsiteX4" fmla="*/ 0 w 1840531"/>
              <a:gd name="connsiteY4" fmla="*/ 2951117 h 3680928"/>
              <a:gd name="connsiteX5" fmla="*/ 1110719 w 1840531"/>
              <a:gd name="connsiteY5" fmla="*/ 1840399 h 3680928"/>
              <a:gd name="connsiteX6" fmla="*/ 0 w 1840531"/>
              <a:gd name="connsiteY6" fmla="*/ 729681 h 3680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40531" h="3680928">
                <a:moveTo>
                  <a:pt x="0" y="0"/>
                </a:moveTo>
                <a:lnTo>
                  <a:pt x="1840401" y="1840399"/>
                </a:lnTo>
                <a:lnTo>
                  <a:pt x="1840531" y="1840399"/>
                </a:lnTo>
                <a:lnTo>
                  <a:pt x="0" y="3680928"/>
                </a:lnTo>
                <a:lnTo>
                  <a:pt x="0" y="2951117"/>
                </a:lnTo>
                <a:lnTo>
                  <a:pt x="1110719" y="1840399"/>
                </a:lnTo>
                <a:lnTo>
                  <a:pt x="0" y="729681"/>
                </a:lnTo>
                <a:close/>
              </a:path>
            </a:pathLst>
          </a:custGeom>
          <a:gradFill flip="none" rotWithShape="1">
            <a:gsLst>
              <a:gs pos="0">
                <a:schemeClr val="accent1">
                  <a:alpha val="50000"/>
                </a:schemeClr>
              </a:gs>
              <a:gs pos="100000">
                <a:schemeClr val="accent1">
                  <a:alpha val="0"/>
                </a:schemeClr>
              </a:gs>
            </a:gsLst>
            <a:lin ang="10800000" scaled="1"/>
            <a:tileRect/>
          </a:gradFill>
          <a:ln w="19050">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lvl="0" algn="ctr"/>
            <a:endParaRPr lang="en-US" sz="1350"/>
          </a:p>
        </p:txBody>
      </p:sp>
      <p:sp>
        <p:nvSpPr>
          <p:cNvPr id="27" name="任意多边形: 形状 26"/>
          <p:cNvSpPr/>
          <p:nvPr userDrawn="1">
            <p:custDataLst>
              <p:tags r:id="rId6"/>
            </p:custDataLst>
          </p:nvPr>
        </p:nvSpPr>
        <p:spPr>
          <a:xfrm>
            <a:off x="0" y="857251"/>
            <a:ext cx="3721255" cy="5143499"/>
          </a:xfrm>
          <a:custGeom>
            <a:avLst/>
            <a:gdLst>
              <a:gd name="connsiteX0" fmla="*/ 13037 w 4961673"/>
              <a:gd name="connsiteY0" fmla="*/ 0 h 6857999"/>
              <a:gd name="connsiteX1" fmla="*/ 1531645 w 4961673"/>
              <a:gd name="connsiteY1" fmla="*/ 0 h 6857999"/>
              <a:gd name="connsiteX2" fmla="*/ 4961673 w 4961673"/>
              <a:gd name="connsiteY2" fmla="*/ 3422495 h 6857999"/>
              <a:gd name="connsiteX3" fmla="*/ 1518608 w 4961673"/>
              <a:gd name="connsiteY3" fmla="*/ 6857999 h 6857999"/>
              <a:gd name="connsiteX4" fmla="*/ 0 w 4961673"/>
              <a:gd name="connsiteY4" fmla="*/ 6857999 h 6857999"/>
              <a:gd name="connsiteX5" fmla="*/ 3443005 w 4961673"/>
              <a:gd name="connsiteY5" fmla="*/ 342249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1673" h="6857999">
                <a:moveTo>
                  <a:pt x="13037" y="0"/>
                </a:moveTo>
                <a:lnTo>
                  <a:pt x="1531645" y="0"/>
                </a:lnTo>
                <a:lnTo>
                  <a:pt x="4961673" y="3422495"/>
                </a:lnTo>
                <a:lnTo>
                  <a:pt x="1518608" y="6857999"/>
                </a:lnTo>
                <a:lnTo>
                  <a:pt x="0" y="6857999"/>
                </a:lnTo>
                <a:lnTo>
                  <a:pt x="3443005" y="3422495"/>
                </a:lnTo>
                <a:close/>
              </a:path>
            </a:pathLst>
          </a:custGeom>
          <a:gradFill flip="none" rotWithShape="1">
            <a:gsLst>
              <a:gs pos="0">
                <a:schemeClr val="accent1">
                  <a:alpha val="20000"/>
                </a:schemeClr>
              </a:gs>
              <a:gs pos="73000">
                <a:schemeClr val="accent1">
                  <a:alpha val="0"/>
                </a:schemeClr>
              </a:gs>
            </a:gsLst>
            <a:lin ang="0" scaled="1"/>
            <a:tileRect/>
          </a:gradFill>
          <a:ln w="19050">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lvl="0" algn="ctr"/>
            <a:endParaRPr lang="en-US" sz="1350"/>
          </a:p>
        </p:txBody>
      </p:sp>
      <p:sp>
        <p:nvSpPr>
          <p:cNvPr id="30" name="任意多边形: 形状 29"/>
          <p:cNvSpPr/>
          <p:nvPr userDrawn="1">
            <p:custDataLst>
              <p:tags r:id="rId7"/>
            </p:custDataLst>
          </p:nvPr>
        </p:nvSpPr>
        <p:spPr>
          <a:xfrm flipH="1">
            <a:off x="7546043" y="1831523"/>
            <a:ext cx="1597958" cy="3194954"/>
          </a:xfrm>
          <a:custGeom>
            <a:avLst/>
            <a:gdLst>
              <a:gd name="connsiteX0" fmla="*/ 1 w 2130610"/>
              <a:gd name="connsiteY0" fmla="*/ 0 h 4259938"/>
              <a:gd name="connsiteX1" fmla="*/ 2130610 w 2130610"/>
              <a:gd name="connsiteY1" fmla="*/ 2129969 h 4259938"/>
              <a:gd name="connsiteX2" fmla="*/ 1 w 2130610"/>
              <a:gd name="connsiteY2" fmla="*/ 4259938 h 4259938"/>
              <a:gd name="connsiteX3" fmla="*/ 0 w 2130610"/>
              <a:gd name="connsiteY3" fmla="*/ 4259938 h 4259938"/>
              <a:gd name="connsiteX4" fmla="*/ 0 w 2130610"/>
              <a:gd name="connsiteY4" fmla="*/ 3745676 h 4259938"/>
              <a:gd name="connsiteX5" fmla="*/ 1 w 2130610"/>
              <a:gd name="connsiteY5" fmla="*/ 3745676 h 4259938"/>
              <a:gd name="connsiteX6" fmla="*/ 1616165 w 2130610"/>
              <a:gd name="connsiteY6" fmla="*/ 2129969 h 4259938"/>
              <a:gd name="connsiteX7" fmla="*/ 1 w 2130610"/>
              <a:gd name="connsiteY7" fmla="*/ 514262 h 4259938"/>
              <a:gd name="connsiteX8" fmla="*/ 0 w 2130610"/>
              <a:gd name="connsiteY8" fmla="*/ 514263 h 4259938"/>
              <a:gd name="connsiteX9" fmla="*/ 0 w 2130610"/>
              <a:gd name="connsiteY9" fmla="*/ 1 h 4259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0610" h="4259938">
                <a:moveTo>
                  <a:pt x="1" y="0"/>
                </a:moveTo>
                <a:lnTo>
                  <a:pt x="2130610" y="2129969"/>
                </a:lnTo>
                <a:lnTo>
                  <a:pt x="1" y="4259938"/>
                </a:lnTo>
                <a:lnTo>
                  <a:pt x="0" y="4259938"/>
                </a:lnTo>
                <a:lnTo>
                  <a:pt x="0" y="3745676"/>
                </a:lnTo>
                <a:lnTo>
                  <a:pt x="1" y="3745676"/>
                </a:lnTo>
                <a:lnTo>
                  <a:pt x="1616165" y="2129969"/>
                </a:lnTo>
                <a:lnTo>
                  <a:pt x="1" y="514262"/>
                </a:lnTo>
                <a:lnTo>
                  <a:pt x="0" y="514263"/>
                </a:lnTo>
                <a:lnTo>
                  <a:pt x="0" y="1"/>
                </a:lnTo>
                <a:close/>
              </a:path>
            </a:pathLst>
          </a:custGeom>
          <a:gradFill flip="none" rotWithShape="1">
            <a:gsLst>
              <a:gs pos="0">
                <a:schemeClr val="accent1">
                  <a:alpha val="70000"/>
                </a:schemeClr>
              </a:gs>
              <a:gs pos="86000">
                <a:schemeClr val="accent1">
                  <a:alpha val="0"/>
                </a:schemeClr>
              </a:gs>
            </a:gsLst>
            <a:lin ang="5400000" scaled="1"/>
            <a:tileRect/>
          </a:gradFill>
          <a:ln w="19050">
            <a:gradFill flip="none" rotWithShape="1">
              <a:gsLst>
                <a:gs pos="0">
                  <a:schemeClr val="accent1">
                    <a:alpha val="0"/>
                  </a:schemeClr>
                </a:gs>
                <a:gs pos="100000">
                  <a:schemeClr val="accent1"/>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lvl="0" algn="ctr"/>
            <a:endParaRPr lang="en-US" sz="1350"/>
          </a:p>
        </p:txBody>
      </p:sp>
      <p:sp>
        <p:nvSpPr>
          <p:cNvPr id="31" name="任意多边形: 形状 30"/>
          <p:cNvSpPr/>
          <p:nvPr userDrawn="1">
            <p:custDataLst>
              <p:tags r:id="rId8"/>
            </p:custDataLst>
          </p:nvPr>
        </p:nvSpPr>
        <p:spPr>
          <a:xfrm flipH="1">
            <a:off x="8171301" y="2455965"/>
            <a:ext cx="972699" cy="1945327"/>
          </a:xfrm>
          <a:custGeom>
            <a:avLst/>
            <a:gdLst>
              <a:gd name="connsiteX0" fmla="*/ 0 w 1296932"/>
              <a:gd name="connsiteY0" fmla="*/ 0 h 2593769"/>
              <a:gd name="connsiteX1" fmla="*/ 1296840 w 1296932"/>
              <a:gd name="connsiteY1" fmla="*/ 1296839 h 2593769"/>
              <a:gd name="connsiteX2" fmla="*/ 1296932 w 1296932"/>
              <a:gd name="connsiteY2" fmla="*/ 1296839 h 2593769"/>
              <a:gd name="connsiteX3" fmla="*/ 0 w 1296932"/>
              <a:gd name="connsiteY3" fmla="*/ 2593769 h 2593769"/>
              <a:gd name="connsiteX4" fmla="*/ 0 w 1296932"/>
              <a:gd name="connsiteY4" fmla="*/ 2079507 h 2593769"/>
              <a:gd name="connsiteX5" fmla="*/ 782669 w 1296932"/>
              <a:gd name="connsiteY5" fmla="*/ 1296839 h 2593769"/>
              <a:gd name="connsiteX6" fmla="*/ 0 w 1296932"/>
              <a:gd name="connsiteY6" fmla="*/ 514171 h 259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6932" h="2593769">
                <a:moveTo>
                  <a:pt x="0" y="0"/>
                </a:moveTo>
                <a:lnTo>
                  <a:pt x="1296840" y="1296839"/>
                </a:lnTo>
                <a:lnTo>
                  <a:pt x="1296932" y="1296839"/>
                </a:lnTo>
                <a:lnTo>
                  <a:pt x="0" y="2593769"/>
                </a:lnTo>
                <a:lnTo>
                  <a:pt x="0" y="2079507"/>
                </a:lnTo>
                <a:lnTo>
                  <a:pt x="782669" y="1296839"/>
                </a:lnTo>
                <a:lnTo>
                  <a:pt x="0" y="514171"/>
                </a:lnTo>
                <a:close/>
              </a:path>
            </a:pathLst>
          </a:custGeom>
          <a:gradFill flip="none" rotWithShape="1">
            <a:gsLst>
              <a:gs pos="12000">
                <a:schemeClr val="accent1">
                  <a:alpha val="98000"/>
                </a:schemeClr>
              </a:gs>
              <a:gs pos="100000">
                <a:schemeClr val="accent1">
                  <a:alpha val="0"/>
                </a:schemeClr>
              </a:gs>
            </a:gsLst>
            <a:lin ang="5400000" scaled="1"/>
            <a:tileRect/>
          </a:gradFill>
          <a:ln w="19050">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lvl="0" algn="ctr"/>
            <a:endParaRPr lang="en-US" sz="1350"/>
          </a:p>
        </p:txBody>
      </p:sp>
      <p:sp>
        <p:nvSpPr>
          <p:cNvPr id="32" name="任意多边形: 形状 31"/>
          <p:cNvSpPr/>
          <p:nvPr userDrawn="1">
            <p:custDataLst>
              <p:tags r:id="rId9"/>
            </p:custDataLst>
          </p:nvPr>
        </p:nvSpPr>
        <p:spPr>
          <a:xfrm flipH="1">
            <a:off x="7763602" y="2048652"/>
            <a:ext cx="1380398" cy="2760696"/>
          </a:xfrm>
          <a:custGeom>
            <a:avLst/>
            <a:gdLst>
              <a:gd name="connsiteX0" fmla="*/ 0 w 1840531"/>
              <a:gd name="connsiteY0" fmla="*/ 0 h 3680928"/>
              <a:gd name="connsiteX1" fmla="*/ 1840401 w 1840531"/>
              <a:gd name="connsiteY1" fmla="*/ 1840399 h 3680928"/>
              <a:gd name="connsiteX2" fmla="*/ 1840531 w 1840531"/>
              <a:gd name="connsiteY2" fmla="*/ 1840399 h 3680928"/>
              <a:gd name="connsiteX3" fmla="*/ 0 w 1840531"/>
              <a:gd name="connsiteY3" fmla="*/ 3680928 h 3680928"/>
              <a:gd name="connsiteX4" fmla="*/ 0 w 1840531"/>
              <a:gd name="connsiteY4" fmla="*/ 2951117 h 3680928"/>
              <a:gd name="connsiteX5" fmla="*/ 1110719 w 1840531"/>
              <a:gd name="connsiteY5" fmla="*/ 1840399 h 3680928"/>
              <a:gd name="connsiteX6" fmla="*/ 0 w 1840531"/>
              <a:gd name="connsiteY6" fmla="*/ 729681 h 3680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40531" h="3680928">
                <a:moveTo>
                  <a:pt x="0" y="0"/>
                </a:moveTo>
                <a:lnTo>
                  <a:pt x="1840401" y="1840399"/>
                </a:lnTo>
                <a:lnTo>
                  <a:pt x="1840531" y="1840399"/>
                </a:lnTo>
                <a:lnTo>
                  <a:pt x="0" y="3680928"/>
                </a:lnTo>
                <a:lnTo>
                  <a:pt x="0" y="2951117"/>
                </a:lnTo>
                <a:lnTo>
                  <a:pt x="1110719" y="1840399"/>
                </a:lnTo>
                <a:lnTo>
                  <a:pt x="0" y="729681"/>
                </a:lnTo>
                <a:close/>
              </a:path>
            </a:pathLst>
          </a:custGeom>
          <a:gradFill flip="none" rotWithShape="1">
            <a:gsLst>
              <a:gs pos="0">
                <a:schemeClr val="accent1">
                  <a:alpha val="50000"/>
                </a:schemeClr>
              </a:gs>
              <a:gs pos="100000">
                <a:schemeClr val="accent1">
                  <a:alpha val="0"/>
                </a:schemeClr>
              </a:gs>
            </a:gsLst>
            <a:lin ang="10800000" scaled="1"/>
            <a:tileRect/>
          </a:gradFill>
          <a:ln w="19050">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lvl="0" algn="ctr"/>
            <a:endParaRPr lang="en-US" sz="1350"/>
          </a:p>
        </p:txBody>
      </p:sp>
      <p:sp>
        <p:nvSpPr>
          <p:cNvPr id="33" name="任意多边形: 形状 32"/>
          <p:cNvSpPr/>
          <p:nvPr userDrawn="1">
            <p:custDataLst>
              <p:tags r:id="rId10"/>
            </p:custDataLst>
          </p:nvPr>
        </p:nvSpPr>
        <p:spPr>
          <a:xfrm flipH="1">
            <a:off x="5422745" y="857251"/>
            <a:ext cx="3721255" cy="5143499"/>
          </a:xfrm>
          <a:custGeom>
            <a:avLst/>
            <a:gdLst>
              <a:gd name="connsiteX0" fmla="*/ 13037 w 4961673"/>
              <a:gd name="connsiteY0" fmla="*/ 0 h 6857999"/>
              <a:gd name="connsiteX1" fmla="*/ 1531645 w 4961673"/>
              <a:gd name="connsiteY1" fmla="*/ 0 h 6857999"/>
              <a:gd name="connsiteX2" fmla="*/ 4961673 w 4961673"/>
              <a:gd name="connsiteY2" fmla="*/ 3422495 h 6857999"/>
              <a:gd name="connsiteX3" fmla="*/ 1518608 w 4961673"/>
              <a:gd name="connsiteY3" fmla="*/ 6857999 h 6857999"/>
              <a:gd name="connsiteX4" fmla="*/ 0 w 4961673"/>
              <a:gd name="connsiteY4" fmla="*/ 6857999 h 6857999"/>
              <a:gd name="connsiteX5" fmla="*/ 3443005 w 4961673"/>
              <a:gd name="connsiteY5" fmla="*/ 342249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1673" h="6857999">
                <a:moveTo>
                  <a:pt x="13037" y="0"/>
                </a:moveTo>
                <a:lnTo>
                  <a:pt x="1531645" y="0"/>
                </a:lnTo>
                <a:lnTo>
                  <a:pt x="4961673" y="3422495"/>
                </a:lnTo>
                <a:lnTo>
                  <a:pt x="1518608" y="6857999"/>
                </a:lnTo>
                <a:lnTo>
                  <a:pt x="0" y="6857999"/>
                </a:lnTo>
                <a:lnTo>
                  <a:pt x="3443005" y="3422495"/>
                </a:lnTo>
                <a:close/>
              </a:path>
            </a:pathLst>
          </a:custGeom>
          <a:gradFill flip="none" rotWithShape="1">
            <a:gsLst>
              <a:gs pos="0">
                <a:schemeClr val="accent1">
                  <a:alpha val="20000"/>
                </a:schemeClr>
              </a:gs>
              <a:gs pos="73000">
                <a:schemeClr val="accent1">
                  <a:alpha val="0"/>
                </a:schemeClr>
              </a:gs>
            </a:gsLst>
            <a:lin ang="0" scaled="1"/>
            <a:tileRect/>
          </a:gradFill>
          <a:ln w="19050">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lvl="0" algn="ctr"/>
            <a:endParaRPr lang="en-US" sz="1350"/>
          </a:p>
        </p:txBody>
      </p:sp>
      <p:sp>
        <p:nvSpPr>
          <p:cNvPr id="14" name="任意多边形: 形状 13"/>
          <p:cNvSpPr/>
          <p:nvPr userDrawn="1">
            <p:custDataLst>
              <p:tags r:id="rId11"/>
            </p:custDataLst>
          </p:nvPr>
        </p:nvSpPr>
        <p:spPr>
          <a:xfrm>
            <a:off x="4404131" y="4303457"/>
            <a:ext cx="335738" cy="50904"/>
          </a:xfrm>
          <a:custGeom>
            <a:avLst/>
            <a:gdLst>
              <a:gd name="connsiteX0" fmla="*/ 413714 w 447650"/>
              <a:gd name="connsiteY0" fmla="*/ 0 h 67872"/>
              <a:gd name="connsiteX1" fmla="*/ 447650 w 447650"/>
              <a:gd name="connsiteY1" fmla="*/ 33936 h 67872"/>
              <a:gd name="connsiteX2" fmla="*/ 413714 w 447650"/>
              <a:gd name="connsiteY2" fmla="*/ 67872 h 67872"/>
              <a:gd name="connsiteX3" fmla="*/ 379778 w 447650"/>
              <a:gd name="connsiteY3" fmla="*/ 33936 h 67872"/>
              <a:gd name="connsiteX4" fmla="*/ 413714 w 447650"/>
              <a:gd name="connsiteY4" fmla="*/ 0 h 67872"/>
              <a:gd name="connsiteX5" fmla="*/ 287122 w 447650"/>
              <a:gd name="connsiteY5" fmla="*/ 0 h 67872"/>
              <a:gd name="connsiteX6" fmla="*/ 321058 w 447650"/>
              <a:gd name="connsiteY6" fmla="*/ 33936 h 67872"/>
              <a:gd name="connsiteX7" fmla="*/ 287122 w 447650"/>
              <a:gd name="connsiteY7" fmla="*/ 67872 h 67872"/>
              <a:gd name="connsiteX8" fmla="*/ 253186 w 447650"/>
              <a:gd name="connsiteY8" fmla="*/ 33936 h 67872"/>
              <a:gd name="connsiteX9" fmla="*/ 287122 w 447650"/>
              <a:gd name="connsiteY9" fmla="*/ 0 h 67872"/>
              <a:gd name="connsiteX10" fmla="*/ 160529 w 447650"/>
              <a:gd name="connsiteY10" fmla="*/ 0 h 67872"/>
              <a:gd name="connsiteX11" fmla="*/ 194465 w 447650"/>
              <a:gd name="connsiteY11" fmla="*/ 33936 h 67872"/>
              <a:gd name="connsiteX12" fmla="*/ 160529 w 447650"/>
              <a:gd name="connsiteY12" fmla="*/ 67872 h 67872"/>
              <a:gd name="connsiteX13" fmla="*/ 126593 w 447650"/>
              <a:gd name="connsiteY13" fmla="*/ 33936 h 67872"/>
              <a:gd name="connsiteX14" fmla="*/ 160529 w 447650"/>
              <a:gd name="connsiteY14" fmla="*/ 0 h 67872"/>
              <a:gd name="connsiteX15" fmla="*/ 33936 w 447650"/>
              <a:gd name="connsiteY15" fmla="*/ 0 h 67872"/>
              <a:gd name="connsiteX16" fmla="*/ 67872 w 447650"/>
              <a:gd name="connsiteY16" fmla="*/ 33936 h 67872"/>
              <a:gd name="connsiteX17" fmla="*/ 33936 w 447650"/>
              <a:gd name="connsiteY17" fmla="*/ 67872 h 67872"/>
              <a:gd name="connsiteX18" fmla="*/ 0 w 447650"/>
              <a:gd name="connsiteY18" fmla="*/ 33936 h 67872"/>
              <a:gd name="connsiteX19" fmla="*/ 33936 w 447650"/>
              <a:gd name="connsiteY19" fmla="*/ 0 h 67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47650" h="67872">
                <a:moveTo>
                  <a:pt x="413714" y="0"/>
                </a:moveTo>
                <a:cubicBezTo>
                  <a:pt x="432456" y="0"/>
                  <a:pt x="447650" y="15194"/>
                  <a:pt x="447650" y="33936"/>
                </a:cubicBezTo>
                <a:cubicBezTo>
                  <a:pt x="447650" y="52678"/>
                  <a:pt x="432456" y="67872"/>
                  <a:pt x="413714" y="67872"/>
                </a:cubicBezTo>
                <a:cubicBezTo>
                  <a:pt x="394972" y="67872"/>
                  <a:pt x="379778" y="52678"/>
                  <a:pt x="379778" y="33936"/>
                </a:cubicBezTo>
                <a:cubicBezTo>
                  <a:pt x="379778" y="15194"/>
                  <a:pt x="394972" y="0"/>
                  <a:pt x="413714" y="0"/>
                </a:cubicBezTo>
                <a:close/>
                <a:moveTo>
                  <a:pt x="287122" y="0"/>
                </a:moveTo>
                <a:cubicBezTo>
                  <a:pt x="305864" y="0"/>
                  <a:pt x="321058" y="15194"/>
                  <a:pt x="321058" y="33936"/>
                </a:cubicBezTo>
                <a:cubicBezTo>
                  <a:pt x="321058" y="52678"/>
                  <a:pt x="305864" y="67872"/>
                  <a:pt x="287122" y="67872"/>
                </a:cubicBezTo>
                <a:cubicBezTo>
                  <a:pt x="268380" y="67872"/>
                  <a:pt x="253186" y="52678"/>
                  <a:pt x="253186" y="33936"/>
                </a:cubicBezTo>
                <a:cubicBezTo>
                  <a:pt x="253186" y="15194"/>
                  <a:pt x="268380" y="0"/>
                  <a:pt x="287122" y="0"/>
                </a:cubicBezTo>
                <a:close/>
                <a:moveTo>
                  <a:pt x="160529" y="0"/>
                </a:moveTo>
                <a:cubicBezTo>
                  <a:pt x="179271" y="0"/>
                  <a:pt x="194465" y="15194"/>
                  <a:pt x="194465" y="33936"/>
                </a:cubicBezTo>
                <a:cubicBezTo>
                  <a:pt x="194465" y="52678"/>
                  <a:pt x="179271" y="67872"/>
                  <a:pt x="160529" y="67872"/>
                </a:cubicBezTo>
                <a:cubicBezTo>
                  <a:pt x="141787" y="67872"/>
                  <a:pt x="126593" y="52678"/>
                  <a:pt x="126593" y="33936"/>
                </a:cubicBezTo>
                <a:cubicBezTo>
                  <a:pt x="126593" y="15194"/>
                  <a:pt x="141787" y="0"/>
                  <a:pt x="160529" y="0"/>
                </a:cubicBezTo>
                <a:close/>
                <a:moveTo>
                  <a:pt x="33936" y="0"/>
                </a:moveTo>
                <a:cubicBezTo>
                  <a:pt x="52678" y="0"/>
                  <a:pt x="67872" y="15194"/>
                  <a:pt x="67872" y="33936"/>
                </a:cubicBezTo>
                <a:cubicBezTo>
                  <a:pt x="67872" y="52678"/>
                  <a:pt x="52678" y="67872"/>
                  <a:pt x="33936" y="67872"/>
                </a:cubicBezTo>
                <a:cubicBezTo>
                  <a:pt x="15194" y="67872"/>
                  <a:pt x="0" y="52678"/>
                  <a:pt x="0" y="33936"/>
                </a:cubicBezTo>
                <a:cubicBezTo>
                  <a:pt x="0" y="15194"/>
                  <a:pt x="15194" y="0"/>
                  <a:pt x="33936"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cxnSp>
        <p:nvCxnSpPr>
          <p:cNvPr id="15" name="直接连接符 14"/>
          <p:cNvCxnSpPr/>
          <p:nvPr userDrawn="1">
            <p:custDataLst>
              <p:tags r:id="rId12"/>
            </p:custDataLst>
          </p:nvPr>
        </p:nvCxnSpPr>
        <p:spPr>
          <a:xfrm flipH="1">
            <a:off x="2741363" y="4328909"/>
            <a:ext cx="1080000" cy="0"/>
          </a:xfrm>
          <a:prstGeom prst="line">
            <a:avLst/>
          </a:prstGeom>
          <a:ln w="25400" cap="rnd">
            <a:gradFill flip="none" rotWithShape="1">
              <a:gsLst>
                <a:gs pos="0">
                  <a:schemeClr val="accent1">
                    <a:alpha val="0"/>
                  </a:schemeClr>
                </a:gs>
                <a:gs pos="100000">
                  <a:schemeClr val="accent1"/>
                </a:gs>
              </a:gsLst>
              <a:lin ang="10800000" scaled="1"/>
              <a:tileRect/>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custDataLst>
              <p:tags r:id="rId13"/>
            </p:custDataLst>
          </p:nvPr>
        </p:nvCxnSpPr>
        <p:spPr>
          <a:xfrm>
            <a:off x="5322638" y="4328909"/>
            <a:ext cx="1080000" cy="0"/>
          </a:xfrm>
          <a:prstGeom prst="line">
            <a:avLst/>
          </a:prstGeom>
          <a:ln w="25400" cap="rnd">
            <a:gradFill flip="none" rotWithShape="1">
              <a:gsLst>
                <a:gs pos="0">
                  <a:schemeClr val="accent1">
                    <a:alpha val="0"/>
                  </a:schemeClr>
                </a:gs>
                <a:gs pos="100000">
                  <a:schemeClr val="accent1"/>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userDrawn="1">
            <p:ph type="title" hasCustomPrompt="1"/>
            <p:custDataLst>
              <p:tags r:id="rId14"/>
            </p:custDataLst>
          </p:nvPr>
        </p:nvSpPr>
        <p:spPr>
          <a:xfrm>
            <a:off x="1144905" y="3124200"/>
            <a:ext cx="6858000" cy="970121"/>
          </a:xfrm>
        </p:spPr>
        <p:txBody>
          <a:bodyPr wrap="square" anchor="t" anchorCtr="0">
            <a:normAutofit/>
          </a:bodyPr>
          <a:lstStyle>
            <a:lvl1pPr algn="ctr">
              <a:defRPr sz="3600" b="0">
                <a:latin typeface="+mj-lt"/>
              </a:defRPr>
            </a:lvl1pPr>
          </a:lstStyle>
          <a:p>
            <a:r>
              <a:rPr lang="en-US" dirty="0">
                <a:latin typeface="+mj-lt"/>
              </a:rPr>
              <a:t>Click to add title</a:t>
            </a:r>
            <a:endParaRPr lang="en-US" dirty="0"/>
          </a:p>
        </p:txBody>
      </p:sp>
      <p:sp>
        <p:nvSpPr>
          <p:cNvPr id="4" name="日期占位符 4"/>
          <p:cNvSpPr>
            <a:spLocks noGrp="1"/>
          </p:cNvSpPr>
          <p:nvPr userDrawn="1">
            <p:ph type="dt" sz="half" idx="10"/>
            <p:custDataLst>
              <p:tags r:id="rId15"/>
            </p:custDataLst>
          </p:nvPr>
        </p:nvSpPr>
        <p:spPr/>
        <p:txBody>
          <a:bodyPr wrap="square">
            <a:normAutofit/>
          </a:bodyPr>
          <a:lstStyle/>
          <a:p>
            <a:r>
              <a:rPr lang="en-US"/>
              <a:t>Date Area</a:t>
            </a:r>
            <a:endParaRPr lang="en-US"/>
          </a:p>
        </p:txBody>
      </p:sp>
      <p:sp>
        <p:nvSpPr>
          <p:cNvPr id="5" name="页脚占位符 5"/>
          <p:cNvSpPr>
            <a:spLocks noGrp="1"/>
          </p:cNvSpPr>
          <p:nvPr userDrawn="1">
            <p:ph type="ftr" sz="quarter" idx="11"/>
            <p:custDataLst>
              <p:tags r:id="rId16"/>
            </p:custDataLst>
          </p:nvPr>
        </p:nvSpPr>
        <p:spPr/>
        <p:txBody>
          <a:bodyPr/>
          <a:lstStyle/>
          <a:p>
            <a:endParaRPr lang="en-US"/>
          </a:p>
        </p:txBody>
      </p:sp>
      <p:sp>
        <p:nvSpPr>
          <p:cNvPr id="6" name="灯片编号占位符 6"/>
          <p:cNvSpPr>
            <a:spLocks noGrp="1"/>
          </p:cNvSpPr>
          <p:nvPr userDrawn="1">
            <p:ph type="sldNum" sz="quarter" idx="12"/>
            <p:custDataLst>
              <p:tags r:id="rId17"/>
            </p:custDataLst>
          </p:nvPr>
        </p:nvSpPr>
        <p:spPr/>
        <p:txBody>
          <a:bodyPr wrap="square">
            <a:normAutofit/>
          </a:bodyPr>
          <a:lstStyle/>
          <a:p>
            <a:fld id="{BE5F26B5-172A-4DC2-B0B7-181CFC56B87C}" type="slidenum">
              <a:rPr lang="en-US" smtClean="0"/>
            </a:fld>
            <a:endParaRPr lang="en-US"/>
          </a:p>
        </p:txBody>
      </p:sp>
      <p:sp>
        <p:nvSpPr>
          <p:cNvPr id="8" name="节编号 3"/>
          <p:cNvSpPr>
            <a:spLocks noGrp="1"/>
          </p:cNvSpPr>
          <p:nvPr userDrawn="1">
            <p:ph type="body" sz="quarter" idx="13" hasCustomPrompt="1"/>
            <p:custDataLst>
              <p:tags r:id="rId18"/>
            </p:custDataLst>
          </p:nvPr>
        </p:nvSpPr>
        <p:spPr>
          <a:xfrm>
            <a:off x="1143000" y="2037394"/>
            <a:ext cx="6858000" cy="918000"/>
          </a:xfrm>
        </p:spPr>
        <p:txBody>
          <a:bodyPr wrap="none" anchor="b" anchorCtr="0">
            <a:normAutofit/>
          </a:bodyPr>
          <a:lstStyle>
            <a:lvl1pPr marL="0" indent="0" algn="ctr">
              <a:buNone/>
              <a:defRPr sz="5400" b="1">
                <a:gradFill>
                  <a:gsLst>
                    <a:gs pos="59628">
                      <a:schemeClr val="accent1">
                        <a:lumMod val="60000"/>
                        <a:lumOff val="40000"/>
                      </a:schemeClr>
                    </a:gs>
                    <a:gs pos="21000">
                      <a:schemeClr val="accent1">
                        <a:alpha val="80000"/>
                      </a:schemeClr>
                    </a:gs>
                    <a:gs pos="100000">
                      <a:schemeClr val="accent1">
                        <a:lumMod val="20000"/>
                        <a:lumOff val="80000"/>
                      </a:schemeClr>
                    </a:gs>
                  </a:gsLst>
                  <a:lin ang="16200000" scaled="1"/>
                </a:gradFill>
                <a:latin typeface="+mn-lt"/>
              </a:defRPr>
            </a:lvl1pPr>
          </a:lstStyle>
          <a:p>
            <a:pPr lvl="0"/>
            <a:r>
              <a:rPr lang="en-US" dirty="0">
                <a:latin typeface="+mn-lt"/>
              </a:rPr>
              <a:t>Click to add text</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vert="horz" wrap="square" lIns="0" tIns="0" rIns="0" bIns="0" rtlCol="0" anchor="b">
            <a:normAutofit/>
          </a:bodyPr>
          <a:lstStyle>
            <a:lvl1pPr>
              <a:defRPr lang="en-US" dirty="0">
                <a:latin typeface="+mj-lt"/>
              </a:defRPr>
            </a:lvl1pPr>
          </a:lstStyle>
          <a:p>
            <a:pPr lvl="0"/>
            <a:r>
              <a:rPr lang="en-US" dirty="0">
                <a:latin typeface="+mj-lt"/>
              </a:rPr>
              <a:t>Click to add title</a:t>
            </a:r>
            <a:endParaRPr lang="en-US" dirty="0"/>
          </a:p>
        </p:txBody>
      </p:sp>
      <p:sp>
        <p:nvSpPr>
          <p:cNvPr id="3" name="内容占位符 2"/>
          <p:cNvSpPr>
            <a:spLocks noGrp="1"/>
          </p:cNvSpPr>
          <p:nvPr>
            <p:ph sz="half" idx="1" hasCustomPrompt="1"/>
            <p:custDataLst>
              <p:tags r:id="rId3"/>
            </p:custDataLst>
          </p:nvPr>
        </p:nvSpPr>
        <p:spPr>
          <a:xfrm>
            <a:off x="521970" y="1833563"/>
            <a:ext cx="3992880" cy="3656888"/>
          </a:xfrm>
        </p:spPr>
        <p:txBody>
          <a:bodyPr wrap="square">
            <a:normAutofit/>
          </a:bodyPr>
          <a:lstStyle/>
          <a:p>
            <a:pPr lvl="0"/>
            <a:r>
              <a:rPr lang="en-US" dirty="0">
                <a:latin typeface="+mn-lt"/>
              </a:rPr>
              <a:t>Click to add text</a:t>
            </a:r>
            <a:endParaRPr lang="en-US" dirty="0"/>
          </a:p>
        </p:txBody>
      </p:sp>
      <p:sp>
        <p:nvSpPr>
          <p:cNvPr id="4" name="内容占位符 3"/>
          <p:cNvSpPr>
            <a:spLocks noGrp="1"/>
          </p:cNvSpPr>
          <p:nvPr>
            <p:ph sz="half" idx="2" hasCustomPrompt="1"/>
            <p:custDataLst>
              <p:tags r:id="rId4"/>
            </p:custDataLst>
          </p:nvPr>
        </p:nvSpPr>
        <p:spPr>
          <a:xfrm>
            <a:off x="4629150" y="1833563"/>
            <a:ext cx="3992880" cy="3656888"/>
          </a:xfrm>
        </p:spPr>
        <p:txBody>
          <a:bodyPr wrap="square">
            <a:normAutofit/>
          </a:bodyPr>
          <a:lstStyle/>
          <a:p>
            <a:pPr lvl="0"/>
            <a:r>
              <a:rPr lang="en-US" dirty="0">
                <a:latin typeface="+mn-lt"/>
              </a:rPr>
              <a:t>Click to add text</a:t>
            </a:r>
            <a:endParaRPr lang="en-US" dirty="0"/>
          </a:p>
        </p:txBody>
      </p:sp>
      <p:sp>
        <p:nvSpPr>
          <p:cNvPr id="5" name="日期占位符 4"/>
          <p:cNvSpPr>
            <a:spLocks noGrp="1"/>
          </p:cNvSpPr>
          <p:nvPr>
            <p:ph type="dt" sz="half" idx="10"/>
            <p:custDataLst>
              <p:tags r:id="rId5"/>
            </p:custDataLst>
          </p:nvPr>
        </p:nvSpPr>
        <p:spPr/>
        <p:txBody>
          <a:bodyPr wrap="square">
            <a:normAutofit/>
          </a:bodyPr>
          <a:lstStyle/>
          <a:p>
            <a:r>
              <a:rPr lang="en-US"/>
              <a:t>Date Area</a:t>
            </a:r>
            <a:endParaRPr lang="en-US"/>
          </a:p>
        </p:txBody>
      </p:sp>
      <p:sp>
        <p:nvSpPr>
          <p:cNvPr id="6" name="页脚占位符 5"/>
          <p:cNvSpPr>
            <a:spLocks noGrp="1"/>
          </p:cNvSpPr>
          <p:nvPr>
            <p:ph type="ftr" sz="quarter" idx="11"/>
            <p:custDataLst>
              <p:tags r:id="rId6"/>
            </p:custDataLst>
          </p:nvPr>
        </p:nvSpPr>
        <p:spPr/>
        <p:txBody>
          <a:bodyPr/>
          <a:lstStyle/>
          <a:p>
            <a:endParaRPr 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522446" y="1127284"/>
            <a:ext cx="8099584" cy="648176"/>
          </a:xfrm>
        </p:spPr>
        <p:txBody>
          <a:bodyPr vert="horz" wrap="square" lIns="0" tIns="0" rIns="0" bIns="0" rtlCol="0" anchor="b">
            <a:normAutofit/>
          </a:bodyPr>
          <a:lstStyle>
            <a:lvl1pPr>
              <a:defRPr lang="en-US" dirty="0">
                <a:latin typeface="+mj-lt"/>
              </a:defRPr>
            </a:lvl1pPr>
          </a:lstStyle>
          <a:p>
            <a:pPr lvl="0"/>
            <a:r>
              <a:rPr lang="en-US" dirty="0">
                <a:latin typeface="+mj-lt"/>
              </a:rPr>
              <a:t>Click to add title</a:t>
            </a:r>
            <a:endParaRPr lang="en-US" dirty="0"/>
          </a:p>
        </p:txBody>
      </p:sp>
      <p:sp>
        <p:nvSpPr>
          <p:cNvPr id="3" name="文本占位符 2"/>
          <p:cNvSpPr>
            <a:spLocks noGrp="1"/>
          </p:cNvSpPr>
          <p:nvPr>
            <p:ph type="body" idx="1" hasCustomPrompt="1"/>
            <p:custDataLst>
              <p:tags r:id="rId3"/>
            </p:custDataLst>
          </p:nvPr>
        </p:nvSpPr>
        <p:spPr>
          <a:xfrm>
            <a:off x="521970" y="1833563"/>
            <a:ext cx="3992880" cy="308477"/>
          </a:xfrm>
        </p:spPr>
        <p:txBody>
          <a:bodyPr wrap="square" anchor="b">
            <a:normAutofit/>
          </a:bodyPr>
          <a:lstStyle>
            <a:lvl1pPr marL="0" indent="0">
              <a:buNone/>
              <a:defRPr sz="1800" b="1">
                <a:latin typeface="+mj-lt"/>
              </a:defRPr>
            </a:lvl1pPr>
            <a:lvl2pPr marL="342900" indent="0">
              <a:buNone/>
              <a:defRPr sz="1500" b="1">
                <a:latin typeface="+mj-lt"/>
              </a:defRPr>
            </a:lvl2pPr>
            <a:lvl3pPr marL="685800" indent="0">
              <a:buNone/>
              <a:defRPr sz="1350" b="1">
                <a:latin typeface="+mj-lt"/>
              </a:defRPr>
            </a:lvl3pPr>
            <a:lvl4pPr marL="1028700" indent="0">
              <a:buNone/>
              <a:defRPr sz="1200" b="1">
                <a:latin typeface="+mj-lt"/>
              </a:defRPr>
            </a:lvl4pPr>
            <a:lvl5pPr marL="1371600" indent="0">
              <a:buNone/>
              <a:defRPr sz="1200" b="1">
                <a:latin typeface="+mj-lt"/>
              </a:defRPr>
            </a:lvl5pPr>
            <a:lvl6pPr marL="1714500" indent="0">
              <a:buNone/>
              <a:defRPr sz="1200" b="1">
                <a:latin typeface="+mj-lt"/>
              </a:defRPr>
            </a:lvl6pPr>
            <a:lvl7pPr marL="2057400" indent="0">
              <a:buNone/>
              <a:defRPr sz="1200" b="1">
                <a:latin typeface="+mj-lt"/>
              </a:defRPr>
            </a:lvl7pPr>
            <a:lvl8pPr marL="2400300" indent="0">
              <a:buNone/>
              <a:defRPr sz="1200" b="1">
                <a:latin typeface="+mj-lt"/>
              </a:defRPr>
            </a:lvl8pPr>
            <a:lvl9pPr marL="2743200" indent="0">
              <a:buNone/>
              <a:defRPr sz="1200" b="1">
                <a:latin typeface="+mj-lt"/>
              </a:defRPr>
            </a:lvl9pPr>
          </a:lstStyle>
          <a:p>
            <a:pPr lvl="0"/>
            <a:r>
              <a:rPr lang="en-US" dirty="0">
                <a:latin typeface="+mj-lt"/>
              </a:rPr>
              <a:t>Click to add text</a:t>
            </a:r>
            <a:endParaRPr lang="en-US" dirty="0"/>
          </a:p>
        </p:txBody>
      </p:sp>
      <p:sp>
        <p:nvSpPr>
          <p:cNvPr id="4" name="内容占位符 3"/>
          <p:cNvSpPr>
            <a:spLocks noGrp="1"/>
          </p:cNvSpPr>
          <p:nvPr>
            <p:ph sz="half" idx="2" hasCustomPrompt="1"/>
            <p:custDataLst>
              <p:tags r:id="rId4"/>
            </p:custDataLst>
          </p:nvPr>
        </p:nvSpPr>
        <p:spPr>
          <a:xfrm>
            <a:off x="521970" y="2263574"/>
            <a:ext cx="3992880" cy="3225207"/>
          </a:xfrm>
        </p:spPr>
        <p:txBody>
          <a:bodyPr wrap="square">
            <a:normAutofit/>
          </a:bodyPr>
          <a:lstStyle>
            <a:lvl1pPr>
              <a:defRPr sz="1650">
                <a:latin typeface="+mn-lt"/>
              </a:defRPr>
            </a:lvl1pPr>
          </a:lstStyle>
          <a:p>
            <a:pPr lvl="0"/>
            <a:r>
              <a:rPr lang="en-US" dirty="0">
                <a:latin typeface="+mn-lt"/>
              </a:rPr>
              <a:t>Click to add text</a:t>
            </a:r>
            <a:endParaRPr lang="en-US" dirty="0"/>
          </a:p>
        </p:txBody>
      </p:sp>
      <p:sp>
        <p:nvSpPr>
          <p:cNvPr id="5" name="文本占位符 4"/>
          <p:cNvSpPr>
            <a:spLocks noGrp="1"/>
          </p:cNvSpPr>
          <p:nvPr>
            <p:ph type="body" sz="quarter" idx="3" hasCustomPrompt="1"/>
            <p:custDataLst>
              <p:tags r:id="rId5"/>
            </p:custDataLst>
          </p:nvPr>
        </p:nvSpPr>
        <p:spPr>
          <a:xfrm>
            <a:off x="4629150" y="1833563"/>
            <a:ext cx="3992880" cy="308477"/>
          </a:xfrm>
        </p:spPr>
        <p:txBody>
          <a:bodyPr wrap="square" anchor="b">
            <a:normAutofit/>
          </a:bodyPr>
          <a:lstStyle>
            <a:lvl1pPr marL="0" indent="0">
              <a:buNone/>
              <a:defRPr sz="1800" b="1">
                <a:latin typeface="+mj-lt"/>
              </a:defRPr>
            </a:lvl1pPr>
            <a:lvl2pPr marL="342900" indent="0">
              <a:buNone/>
              <a:defRPr sz="1500" b="1">
                <a:latin typeface="+mj-lt"/>
              </a:defRPr>
            </a:lvl2pPr>
            <a:lvl3pPr marL="685800" indent="0">
              <a:buNone/>
              <a:defRPr sz="1350" b="1">
                <a:latin typeface="+mj-lt"/>
              </a:defRPr>
            </a:lvl3pPr>
            <a:lvl4pPr marL="1028700" indent="0">
              <a:buNone/>
              <a:defRPr sz="1200" b="1">
                <a:latin typeface="+mj-lt"/>
              </a:defRPr>
            </a:lvl4pPr>
            <a:lvl5pPr marL="1371600" indent="0">
              <a:buNone/>
              <a:defRPr sz="1200" b="1">
                <a:latin typeface="+mj-lt"/>
              </a:defRPr>
            </a:lvl5pPr>
            <a:lvl6pPr marL="1714500" indent="0">
              <a:buNone/>
              <a:defRPr sz="1200" b="1">
                <a:latin typeface="+mj-lt"/>
              </a:defRPr>
            </a:lvl6pPr>
            <a:lvl7pPr marL="2057400" indent="0">
              <a:buNone/>
              <a:defRPr sz="1200" b="1">
                <a:latin typeface="+mj-lt"/>
              </a:defRPr>
            </a:lvl7pPr>
            <a:lvl8pPr marL="2400300" indent="0">
              <a:buNone/>
              <a:defRPr sz="1200" b="1">
                <a:latin typeface="+mj-lt"/>
              </a:defRPr>
            </a:lvl8pPr>
            <a:lvl9pPr marL="2743200" indent="0">
              <a:buNone/>
              <a:defRPr sz="1200" b="1">
                <a:latin typeface="+mj-lt"/>
              </a:defRPr>
            </a:lvl9pPr>
          </a:lstStyle>
          <a:p>
            <a:pPr lvl="0"/>
            <a:r>
              <a:rPr lang="en-US" dirty="0">
                <a:latin typeface="+mj-lt"/>
              </a:rPr>
              <a:t>Click to add text</a:t>
            </a:r>
            <a:endParaRPr lang="en-US" dirty="0"/>
          </a:p>
        </p:txBody>
      </p:sp>
      <p:sp>
        <p:nvSpPr>
          <p:cNvPr id="6" name="内容占位符 5"/>
          <p:cNvSpPr>
            <a:spLocks noGrp="1"/>
          </p:cNvSpPr>
          <p:nvPr>
            <p:ph sz="quarter" idx="4" hasCustomPrompt="1"/>
            <p:custDataLst>
              <p:tags r:id="rId6"/>
            </p:custDataLst>
          </p:nvPr>
        </p:nvSpPr>
        <p:spPr>
          <a:xfrm>
            <a:off x="4629150" y="2263574"/>
            <a:ext cx="3992880" cy="3225207"/>
          </a:xfrm>
        </p:spPr>
        <p:txBody>
          <a:bodyPr wrap="square">
            <a:normAutofit/>
          </a:bodyPr>
          <a:lstStyle>
            <a:lvl1pPr>
              <a:defRPr sz="1650">
                <a:latin typeface="+mn-lt"/>
              </a:defRPr>
            </a:lvl1pPr>
          </a:lstStyle>
          <a:p>
            <a:pPr lvl="0"/>
            <a:r>
              <a:rPr lang="en-US" dirty="0">
                <a:latin typeface="+mn-lt"/>
              </a:rPr>
              <a:t>Click to add text</a:t>
            </a:r>
            <a:endParaRPr lang="en-US" dirty="0"/>
          </a:p>
        </p:txBody>
      </p:sp>
      <p:sp>
        <p:nvSpPr>
          <p:cNvPr id="7" name="日期占位符 6"/>
          <p:cNvSpPr>
            <a:spLocks noGrp="1"/>
          </p:cNvSpPr>
          <p:nvPr>
            <p:ph type="dt" sz="half" idx="10"/>
            <p:custDataLst>
              <p:tags r:id="rId7"/>
            </p:custDataLst>
          </p:nvPr>
        </p:nvSpPr>
        <p:spPr/>
        <p:txBody>
          <a:bodyPr wrap="square">
            <a:normAutofit/>
          </a:bodyPr>
          <a:lstStyle/>
          <a:p>
            <a:r>
              <a:rPr lang="en-US"/>
              <a:t>Date Area</a:t>
            </a:r>
            <a:endParaRPr lang="en-US"/>
          </a:p>
        </p:txBody>
      </p:sp>
      <p:sp>
        <p:nvSpPr>
          <p:cNvPr id="8" name="页脚占位符 7"/>
          <p:cNvSpPr>
            <a:spLocks noGrp="1"/>
          </p:cNvSpPr>
          <p:nvPr>
            <p:ph type="ftr" sz="quarter" idx="11"/>
            <p:custDataLst>
              <p:tags r:id="rId8"/>
            </p:custDataLst>
          </p:nvPr>
        </p:nvSpPr>
        <p:spPr/>
        <p:txBody>
          <a:bodyPr/>
          <a:lstStyle/>
          <a:p>
            <a:endParaRPr lang="en-US"/>
          </a:p>
        </p:txBody>
      </p:sp>
      <p:sp>
        <p:nvSpPr>
          <p:cNvPr id="9" name="灯片编号占位符 8"/>
          <p:cNvSpPr>
            <a:spLocks noGrp="1"/>
          </p:cNvSpPr>
          <p:nvPr>
            <p:ph type="sldNum" sz="quarter" idx="12"/>
            <p:custDataLst>
              <p:tags r:id="rId9"/>
            </p:custDataLst>
          </p:nvPr>
        </p:nvSpPr>
        <p:spPr/>
        <p:txBody>
          <a:bodyPr wrap="square">
            <a:normAutofit/>
          </a:bodyPr>
          <a:lstStyle/>
          <a:p>
            <a:fld id="{BE5F26B5-172A-4DC2-B0B7-181CFC56B87C}"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wrap="square">
            <a:normAutofit/>
          </a:bodyPr>
          <a:lstStyle/>
          <a:p>
            <a:r>
              <a:rPr lang="en-US" dirty="0">
                <a:latin typeface="+mj-lt"/>
              </a:rPr>
              <a:t>Click to add title</a:t>
            </a:r>
            <a:endParaRPr lang="en-US" dirty="0"/>
          </a:p>
        </p:txBody>
      </p:sp>
      <p:sp>
        <p:nvSpPr>
          <p:cNvPr id="3" name="日期占位符 2"/>
          <p:cNvSpPr>
            <a:spLocks noGrp="1"/>
          </p:cNvSpPr>
          <p:nvPr>
            <p:ph type="dt" sz="half" idx="10"/>
            <p:custDataLst>
              <p:tags r:id="rId3"/>
            </p:custDataLst>
          </p:nvPr>
        </p:nvSpPr>
        <p:spPr/>
        <p:txBody>
          <a:bodyPr wrap="square">
            <a:normAutofit/>
          </a:body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p>
            <a:endParaRPr 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r>
              <a:rPr lang="en-US"/>
              <a:t>Date Area</a:t>
            </a:r>
            <a:endParaRPr lang="en-US"/>
          </a:p>
        </p:txBody>
      </p:sp>
      <p:sp>
        <p:nvSpPr>
          <p:cNvPr id="3" name="页脚占位符 2"/>
          <p:cNvSpPr>
            <a:spLocks noGrp="1"/>
          </p:cNvSpPr>
          <p:nvPr>
            <p:ph type="ftr" sz="quarter" idx="11"/>
            <p:custDataLst>
              <p:tags r:id="rId3"/>
            </p:custDataLst>
          </p:nvPr>
        </p:nvSpPr>
        <p:spPr/>
        <p:txBody>
          <a:bodyPr/>
          <a:lstStyle/>
          <a:p>
            <a:endParaRPr 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内容占位符 1"/>
          <p:cNvSpPr>
            <a:spLocks noGrp="1"/>
          </p:cNvSpPr>
          <p:nvPr>
            <p:ph idx="1" hasCustomPrompt="1"/>
            <p:custDataLst>
              <p:tags r:id="rId2"/>
            </p:custDataLst>
          </p:nvPr>
        </p:nvSpPr>
        <p:spPr>
          <a:xfrm>
            <a:off x="521970" y="1127284"/>
            <a:ext cx="8101489" cy="4363403"/>
          </a:xfrm>
        </p:spPr>
        <p:txBody>
          <a:bodyPr wrap="square">
            <a:normAutofit/>
          </a:bodyPr>
          <a:lstStyle/>
          <a:p>
            <a:pPr lvl="0"/>
            <a:r>
              <a:rPr lang="en-US" dirty="0">
                <a:latin typeface="+mn-lt"/>
              </a:rPr>
              <a:t>Click to add text</a:t>
            </a:r>
            <a:endParaRPr lang="en-US" dirty="0"/>
          </a:p>
        </p:txBody>
      </p:sp>
      <p:sp>
        <p:nvSpPr>
          <p:cNvPr id="4" name="日期占位符 2"/>
          <p:cNvSpPr>
            <a:spLocks noGrp="1"/>
          </p:cNvSpPr>
          <p:nvPr>
            <p:ph type="dt" sz="half" idx="10"/>
            <p:custDataLst>
              <p:tags r:id="rId3"/>
            </p:custDataLst>
          </p:nvPr>
        </p:nvSpPr>
        <p:spPr/>
        <p:txBody>
          <a:bodyPr wrap="square">
            <a:normAutofit/>
          </a:bodyPr>
          <a:lstStyle/>
          <a:p>
            <a:r>
              <a:rPr lang="en-US"/>
              <a:t>Date Area</a:t>
            </a:r>
            <a:endParaRPr lang="en-US"/>
          </a:p>
        </p:txBody>
      </p:sp>
      <p:sp>
        <p:nvSpPr>
          <p:cNvPr id="5" name="页脚占位符 3"/>
          <p:cNvSpPr>
            <a:spLocks noGrp="1"/>
          </p:cNvSpPr>
          <p:nvPr>
            <p:ph type="ftr" sz="quarter" idx="11"/>
            <p:custDataLst>
              <p:tags r:id="rId4"/>
            </p:custDataLst>
          </p:nvPr>
        </p:nvSpPr>
        <p:spPr/>
        <p:txBody>
          <a:bodyPr/>
          <a:lstStyle/>
          <a:p>
            <a:endParaRPr 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522446" y="1127284"/>
            <a:ext cx="8098631" cy="648176"/>
          </a:xfrm>
        </p:spPr>
        <p:txBody>
          <a:bodyPr wrap="square">
            <a:normAutofit/>
          </a:bodyPr>
          <a:lstStyle/>
          <a:p>
            <a:r>
              <a:rPr lang="en-US" dirty="0">
                <a:latin typeface="+mj-lt"/>
              </a:rPr>
              <a:t>Click to add title</a:t>
            </a:r>
            <a:endParaRPr lang="en-US" dirty="0"/>
          </a:p>
        </p:txBody>
      </p:sp>
      <p:sp>
        <p:nvSpPr>
          <p:cNvPr id="3" name="文本占位符 2"/>
          <p:cNvSpPr>
            <a:spLocks noGrp="1"/>
          </p:cNvSpPr>
          <p:nvPr>
            <p:ph type="body" idx="1" hasCustomPrompt="1"/>
            <p:custDataLst>
              <p:tags r:id="rId3"/>
            </p:custDataLst>
          </p:nvPr>
        </p:nvSpPr>
        <p:spPr>
          <a:xfrm>
            <a:off x="521970" y="1833563"/>
            <a:ext cx="8099316" cy="304165"/>
          </a:xfrm>
        </p:spPr>
        <p:txBody>
          <a:bodyPr wrap="square" anchor="t">
            <a:normAutofit/>
          </a:bodyPr>
          <a:lstStyle>
            <a:lvl1pPr marL="0" indent="0">
              <a:buNone/>
              <a:defRPr sz="1800" b="0">
                <a:latin typeface="+mj-lt"/>
              </a:defRPr>
            </a:lvl1pPr>
            <a:lvl2pPr marL="342900" indent="0">
              <a:buNone/>
              <a:defRPr sz="1500" b="1">
                <a:latin typeface="+mj-lt"/>
              </a:defRPr>
            </a:lvl2pPr>
            <a:lvl3pPr marL="685800" indent="0">
              <a:buNone/>
              <a:defRPr sz="1350" b="1">
                <a:latin typeface="+mj-lt"/>
              </a:defRPr>
            </a:lvl3pPr>
            <a:lvl4pPr marL="1028700" indent="0">
              <a:buNone/>
              <a:defRPr sz="1200" b="1">
                <a:latin typeface="+mj-lt"/>
              </a:defRPr>
            </a:lvl4pPr>
            <a:lvl5pPr marL="1371600" indent="0">
              <a:buNone/>
              <a:defRPr sz="1200" b="1">
                <a:latin typeface="+mj-lt"/>
              </a:defRPr>
            </a:lvl5pPr>
            <a:lvl6pPr marL="1714500" indent="0">
              <a:buNone/>
              <a:defRPr sz="1200" b="1">
                <a:latin typeface="+mj-lt"/>
              </a:defRPr>
            </a:lvl6pPr>
            <a:lvl7pPr marL="2057400" indent="0">
              <a:buNone/>
              <a:defRPr sz="1200" b="1">
                <a:latin typeface="+mj-lt"/>
              </a:defRPr>
            </a:lvl7pPr>
            <a:lvl8pPr marL="2400300" indent="0">
              <a:buNone/>
              <a:defRPr sz="1200" b="1">
                <a:latin typeface="+mj-lt"/>
              </a:defRPr>
            </a:lvl8pPr>
            <a:lvl9pPr marL="2743200" indent="0">
              <a:buNone/>
              <a:defRPr sz="1200" b="1">
                <a:latin typeface="+mj-lt"/>
              </a:defRPr>
            </a:lvl9pPr>
          </a:lstStyle>
          <a:p>
            <a:r>
              <a:rPr lang="en-US" dirty="0">
                <a:latin typeface="+mj-lt"/>
              </a:rPr>
              <a:t>Click to add text</a:t>
            </a:r>
            <a:endParaRPr lang="en-US" dirty="0"/>
          </a:p>
        </p:txBody>
      </p:sp>
      <p:sp>
        <p:nvSpPr>
          <p:cNvPr id="7" name="日期占位符 3"/>
          <p:cNvSpPr>
            <a:spLocks noGrp="1"/>
          </p:cNvSpPr>
          <p:nvPr>
            <p:ph type="dt" sz="half" idx="10"/>
            <p:custDataLst>
              <p:tags r:id="rId4"/>
            </p:custDataLst>
          </p:nvPr>
        </p:nvSpPr>
        <p:spPr/>
        <p:txBody>
          <a:bodyPr wrap="square">
            <a:normAutofit/>
          </a:bodyPr>
          <a:lstStyle/>
          <a:p>
            <a:r>
              <a:rPr lang="en-US"/>
              <a:t>Date Area</a:t>
            </a:r>
            <a:endParaRPr lang="en-US"/>
          </a:p>
        </p:txBody>
      </p:sp>
      <p:sp>
        <p:nvSpPr>
          <p:cNvPr id="8" name="页脚占位符 4"/>
          <p:cNvSpPr>
            <a:spLocks noGrp="1"/>
          </p:cNvSpPr>
          <p:nvPr>
            <p:ph type="ftr" sz="quarter" idx="11"/>
            <p:custDataLst>
              <p:tags r:id="rId5"/>
            </p:custDataLst>
          </p:nvPr>
        </p:nvSpPr>
        <p:spPr/>
        <p:txBody>
          <a:bodyPr/>
          <a:lstStyle/>
          <a:p>
            <a:endParaRPr lang="en-US"/>
          </a:p>
        </p:txBody>
      </p:sp>
      <p:sp>
        <p:nvSpPr>
          <p:cNvPr id="9"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End Slide">
    <p:spTree>
      <p:nvGrpSpPr>
        <p:cNvPr id="1" name=""/>
        <p:cNvGrpSpPr/>
        <p:nvPr/>
      </p:nvGrpSpPr>
      <p:grpSpPr>
        <a:xfrm>
          <a:off x="0" y="0"/>
          <a:ext cx="0" cy="0"/>
          <a:chOff x="0" y="0"/>
          <a:chExt cx="0" cy="0"/>
        </a:xfrm>
      </p:grpSpPr>
      <p:sp>
        <p:nvSpPr>
          <p:cNvPr id="7" name="矩形 6"/>
          <p:cNvSpPr/>
          <p:nvPr userDrawn="1">
            <p:custDataLst>
              <p:tags r:id="rId2"/>
            </p:custDataLst>
          </p:nvPr>
        </p:nvSpPr>
        <p:spPr>
          <a:xfrm flipH="1">
            <a:off x="0" y="857250"/>
            <a:ext cx="9144000" cy="51435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 name="矩形 30"/>
          <p:cNvSpPr/>
          <p:nvPr userDrawn="1">
            <p:custDataLst>
              <p:tags r:id="rId3"/>
            </p:custDataLst>
          </p:nvPr>
        </p:nvSpPr>
        <p:spPr>
          <a:xfrm flipH="1" flipV="1">
            <a:off x="0" y="3105150"/>
            <a:ext cx="3632696" cy="2895600"/>
          </a:xfrm>
          <a:prstGeom prst="rect">
            <a:avLst/>
          </a:prstGeom>
          <a:gradFill flip="none" rotWithShape="1">
            <a:gsLst>
              <a:gs pos="36000">
                <a:schemeClr val="accent1">
                  <a:alpha val="0"/>
                </a:schemeClr>
              </a:gs>
              <a:gs pos="100000">
                <a:schemeClr val="accent1">
                  <a:alpha val="2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任意多边形: 形状 2"/>
          <p:cNvSpPr/>
          <p:nvPr userDrawn="1">
            <p:custDataLst>
              <p:tags r:id="rId4"/>
            </p:custDataLst>
          </p:nvPr>
        </p:nvSpPr>
        <p:spPr>
          <a:xfrm flipH="1">
            <a:off x="930384" y="1492305"/>
            <a:ext cx="417136" cy="63246"/>
          </a:xfrm>
          <a:custGeom>
            <a:avLst/>
            <a:gdLst>
              <a:gd name="connsiteX0" fmla="*/ 42164 w 556181"/>
              <a:gd name="connsiteY0" fmla="*/ 0 h 84328"/>
              <a:gd name="connsiteX1" fmla="*/ 0 w 556181"/>
              <a:gd name="connsiteY1" fmla="*/ 42164 h 84328"/>
              <a:gd name="connsiteX2" fmla="*/ 42164 w 556181"/>
              <a:gd name="connsiteY2" fmla="*/ 84328 h 84328"/>
              <a:gd name="connsiteX3" fmla="*/ 84328 w 556181"/>
              <a:gd name="connsiteY3" fmla="*/ 42164 h 84328"/>
              <a:gd name="connsiteX4" fmla="*/ 42164 w 556181"/>
              <a:gd name="connsiteY4" fmla="*/ 0 h 84328"/>
              <a:gd name="connsiteX5" fmla="*/ 199448 w 556181"/>
              <a:gd name="connsiteY5" fmla="*/ 0 h 84328"/>
              <a:gd name="connsiteX6" fmla="*/ 157284 w 556181"/>
              <a:gd name="connsiteY6" fmla="*/ 42164 h 84328"/>
              <a:gd name="connsiteX7" fmla="*/ 199448 w 556181"/>
              <a:gd name="connsiteY7" fmla="*/ 84328 h 84328"/>
              <a:gd name="connsiteX8" fmla="*/ 241612 w 556181"/>
              <a:gd name="connsiteY8" fmla="*/ 42164 h 84328"/>
              <a:gd name="connsiteX9" fmla="*/ 199448 w 556181"/>
              <a:gd name="connsiteY9" fmla="*/ 0 h 84328"/>
              <a:gd name="connsiteX10" fmla="*/ 356734 w 556181"/>
              <a:gd name="connsiteY10" fmla="*/ 0 h 84328"/>
              <a:gd name="connsiteX11" fmla="*/ 314570 w 556181"/>
              <a:gd name="connsiteY11" fmla="*/ 42164 h 84328"/>
              <a:gd name="connsiteX12" fmla="*/ 356734 w 556181"/>
              <a:gd name="connsiteY12" fmla="*/ 84328 h 84328"/>
              <a:gd name="connsiteX13" fmla="*/ 398898 w 556181"/>
              <a:gd name="connsiteY13" fmla="*/ 42164 h 84328"/>
              <a:gd name="connsiteX14" fmla="*/ 356734 w 556181"/>
              <a:gd name="connsiteY14" fmla="*/ 0 h 84328"/>
              <a:gd name="connsiteX15" fmla="*/ 514017 w 556181"/>
              <a:gd name="connsiteY15" fmla="*/ 0 h 84328"/>
              <a:gd name="connsiteX16" fmla="*/ 471853 w 556181"/>
              <a:gd name="connsiteY16" fmla="*/ 42164 h 84328"/>
              <a:gd name="connsiteX17" fmla="*/ 514017 w 556181"/>
              <a:gd name="connsiteY17" fmla="*/ 84328 h 84328"/>
              <a:gd name="connsiteX18" fmla="*/ 556181 w 556181"/>
              <a:gd name="connsiteY18" fmla="*/ 42164 h 84328"/>
              <a:gd name="connsiteX19" fmla="*/ 514017 w 556181"/>
              <a:gd name="connsiteY19" fmla="*/ 0 h 84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6181" h="84328">
                <a:moveTo>
                  <a:pt x="42164" y="0"/>
                </a:moveTo>
                <a:cubicBezTo>
                  <a:pt x="18877" y="0"/>
                  <a:pt x="0" y="18877"/>
                  <a:pt x="0" y="42164"/>
                </a:cubicBezTo>
                <a:cubicBezTo>
                  <a:pt x="0" y="65451"/>
                  <a:pt x="18877" y="84328"/>
                  <a:pt x="42164" y="84328"/>
                </a:cubicBezTo>
                <a:cubicBezTo>
                  <a:pt x="65451" y="84328"/>
                  <a:pt x="84328" y="65451"/>
                  <a:pt x="84328" y="42164"/>
                </a:cubicBezTo>
                <a:cubicBezTo>
                  <a:pt x="84328" y="18877"/>
                  <a:pt x="65451" y="0"/>
                  <a:pt x="42164" y="0"/>
                </a:cubicBezTo>
                <a:close/>
                <a:moveTo>
                  <a:pt x="199448" y="0"/>
                </a:moveTo>
                <a:cubicBezTo>
                  <a:pt x="176161" y="0"/>
                  <a:pt x="157284" y="18877"/>
                  <a:pt x="157284" y="42164"/>
                </a:cubicBezTo>
                <a:cubicBezTo>
                  <a:pt x="157284" y="65451"/>
                  <a:pt x="176161" y="84328"/>
                  <a:pt x="199448" y="84328"/>
                </a:cubicBezTo>
                <a:cubicBezTo>
                  <a:pt x="222735" y="84328"/>
                  <a:pt x="241612" y="65451"/>
                  <a:pt x="241612" y="42164"/>
                </a:cubicBezTo>
                <a:cubicBezTo>
                  <a:pt x="241612" y="18877"/>
                  <a:pt x="222735" y="0"/>
                  <a:pt x="199448" y="0"/>
                </a:cubicBezTo>
                <a:close/>
                <a:moveTo>
                  <a:pt x="356734" y="0"/>
                </a:moveTo>
                <a:cubicBezTo>
                  <a:pt x="333447" y="0"/>
                  <a:pt x="314570" y="18877"/>
                  <a:pt x="314570" y="42164"/>
                </a:cubicBezTo>
                <a:cubicBezTo>
                  <a:pt x="314570" y="65451"/>
                  <a:pt x="333447" y="84328"/>
                  <a:pt x="356734" y="84328"/>
                </a:cubicBezTo>
                <a:cubicBezTo>
                  <a:pt x="380021" y="84328"/>
                  <a:pt x="398898" y="65451"/>
                  <a:pt x="398898" y="42164"/>
                </a:cubicBezTo>
                <a:cubicBezTo>
                  <a:pt x="398898" y="18877"/>
                  <a:pt x="380021" y="0"/>
                  <a:pt x="356734" y="0"/>
                </a:cubicBezTo>
                <a:close/>
                <a:moveTo>
                  <a:pt x="514017" y="0"/>
                </a:moveTo>
                <a:cubicBezTo>
                  <a:pt x="490730" y="0"/>
                  <a:pt x="471853" y="18877"/>
                  <a:pt x="471853" y="42164"/>
                </a:cubicBezTo>
                <a:cubicBezTo>
                  <a:pt x="471853" y="65451"/>
                  <a:pt x="490730" y="84328"/>
                  <a:pt x="514017" y="84328"/>
                </a:cubicBezTo>
                <a:cubicBezTo>
                  <a:pt x="537304" y="84328"/>
                  <a:pt x="556181" y="65451"/>
                  <a:pt x="556181" y="42164"/>
                </a:cubicBezTo>
                <a:cubicBezTo>
                  <a:pt x="556181" y="18877"/>
                  <a:pt x="537304" y="0"/>
                  <a:pt x="514017"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cxnSp>
        <p:nvCxnSpPr>
          <p:cNvPr id="27" name="直接连接符 26"/>
          <p:cNvCxnSpPr/>
          <p:nvPr userDrawn="1">
            <p:custDataLst>
              <p:tags r:id="rId5"/>
            </p:custDataLst>
          </p:nvPr>
        </p:nvCxnSpPr>
        <p:spPr>
          <a:xfrm>
            <a:off x="1383506" y="5319713"/>
            <a:ext cx="4626769" cy="0"/>
          </a:xfrm>
          <a:prstGeom prst="line">
            <a:avLst/>
          </a:prstGeom>
          <a:ln w="25400" cap="rnd">
            <a:gradFill flip="none" rotWithShape="1">
              <a:gsLst>
                <a:gs pos="0">
                  <a:schemeClr val="accent1">
                    <a:alpha val="0"/>
                  </a:schemeClr>
                </a:gs>
                <a:gs pos="100000">
                  <a:schemeClr val="accent1">
                    <a:alpha val="2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custDataLst>
              <p:tags r:id="rId6"/>
            </p:custDataLst>
          </p:nvPr>
        </p:nvCxnSpPr>
        <p:spPr>
          <a:xfrm>
            <a:off x="853343" y="5319713"/>
            <a:ext cx="101537" cy="0"/>
          </a:xfrm>
          <a:prstGeom prst="line">
            <a:avLst/>
          </a:prstGeom>
          <a:ln w="25400" cap="rnd">
            <a:solidFill>
              <a:schemeClr val="accent1">
                <a:alpha val="20000"/>
              </a:schemeClr>
            </a:solidFill>
          </a:ln>
        </p:spPr>
        <p:style>
          <a:lnRef idx="1">
            <a:schemeClr val="accent1"/>
          </a:lnRef>
          <a:fillRef idx="0">
            <a:schemeClr val="accent1"/>
          </a:fillRef>
          <a:effectRef idx="0">
            <a:schemeClr val="accent1"/>
          </a:effectRef>
          <a:fontRef idx="minor">
            <a:schemeClr val="tx1"/>
          </a:fontRef>
        </p:style>
      </p:cxnSp>
      <p:sp>
        <p:nvSpPr>
          <p:cNvPr id="10" name="任意多边形: 形状 9"/>
          <p:cNvSpPr/>
          <p:nvPr userDrawn="1">
            <p:custDataLst>
              <p:tags r:id="rId7"/>
            </p:custDataLst>
          </p:nvPr>
        </p:nvSpPr>
        <p:spPr>
          <a:xfrm flipH="1">
            <a:off x="6917500" y="1202579"/>
            <a:ext cx="2226500" cy="4452842"/>
          </a:xfrm>
          <a:custGeom>
            <a:avLst/>
            <a:gdLst>
              <a:gd name="connsiteX0" fmla="*/ 0 w 2968667"/>
              <a:gd name="connsiteY0" fmla="*/ 0 h 5937123"/>
              <a:gd name="connsiteX1" fmla="*/ 2968459 w 2968667"/>
              <a:gd name="connsiteY1" fmla="*/ 2968457 h 5937123"/>
              <a:gd name="connsiteX2" fmla="*/ 2968667 w 2968667"/>
              <a:gd name="connsiteY2" fmla="*/ 2968457 h 5937123"/>
              <a:gd name="connsiteX3" fmla="*/ 0 w 2968667"/>
              <a:gd name="connsiteY3" fmla="*/ 5937123 h 5937123"/>
              <a:gd name="connsiteX4" fmla="*/ 0 w 2968667"/>
              <a:gd name="connsiteY4" fmla="*/ 4759980 h 5937123"/>
              <a:gd name="connsiteX5" fmla="*/ 1791524 w 2968667"/>
              <a:gd name="connsiteY5" fmla="*/ 2968457 h 5937123"/>
              <a:gd name="connsiteX6" fmla="*/ 0 w 2968667"/>
              <a:gd name="connsiteY6" fmla="*/ 1176935 h 5937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8667" h="5937123">
                <a:moveTo>
                  <a:pt x="0" y="0"/>
                </a:moveTo>
                <a:lnTo>
                  <a:pt x="2968459" y="2968457"/>
                </a:lnTo>
                <a:lnTo>
                  <a:pt x="2968667" y="2968457"/>
                </a:lnTo>
                <a:lnTo>
                  <a:pt x="0" y="5937123"/>
                </a:lnTo>
                <a:lnTo>
                  <a:pt x="0" y="4759980"/>
                </a:lnTo>
                <a:lnTo>
                  <a:pt x="1791524" y="2968457"/>
                </a:lnTo>
                <a:lnTo>
                  <a:pt x="0" y="1176935"/>
                </a:lnTo>
                <a:close/>
              </a:path>
            </a:pathLst>
          </a:custGeom>
          <a:gradFill flip="none" rotWithShape="1">
            <a:gsLst>
              <a:gs pos="0">
                <a:schemeClr val="accent1">
                  <a:alpha val="40000"/>
                </a:schemeClr>
              </a:gs>
              <a:gs pos="100000">
                <a:schemeClr val="accent1">
                  <a:alpha val="0"/>
                </a:schemeClr>
              </a:gs>
            </a:gsLst>
            <a:lin ang="16200000" scaled="1"/>
            <a:tileRect/>
          </a:gradFill>
          <a:ln w="19050">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lvl="0" algn="ctr"/>
            <a:endParaRPr lang="en-US" sz="1350"/>
          </a:p>
        </p:txBody>
      </p:sp>
      <p:cxnSp>
        <p:nvCxnSpPr>
          <p:cNvPr id="18" name="直接连接符 17"/>
          <p:cNvCxnSpPr/>
          <p:nvPr userDrawn="1">
            <p:custDataLst>
              <p:tags r:id="rId8"/>
            </p:custDataLst>
          </p:nvPr>
        </p:nvCxnSpPr>
        <p:spPr>
          <a:xfrm flipH="1">
            <a:off x="6416553" y="1382147"/>
            <a:ext cx="1655500" cy="1655500"/>
          </a:xfrm>
          <a:prstGeom prst="line">
            <a:avLst/>
          </a:prstGeom>
          <a:noFill/>
          <a:ln w="22225">
            <a:gradFill>
              <a:gsLst>
                <a:gs pos="917">
                  <a:schemeClr val="accent1">
                    <a:alpha val="0"/>
                  </a:schemeClr>
                </a:gs>
                <a:gs pos="97248">
                  <a:schemeClr val="accent1">
                    <a:alpha val="0"/>
                  </a:schemeClr>
                </a:gs>
                <a:gs pos="5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cxnSp>
      <p:cxnSp>
        <p:nvCxnSpPr>
          <p:cNvPr id="22" name="直接连接符 21"/>
          <p:cNvCxnSpPr/>
          <p:nvPr userDrawn="1">
            <p:custDataLst>
              <p:tags r:id="rId9"/>
            </p:custDataLst>
          </p:nvPr>
        </p:nvCxnSpPr>
        <p:spPr>
          <a:xfrm flipH="1">
            <a:off x="6564161" y="1382147"/>
            <a:ext cx="1655500" cy="1655500"/>
          </a:xfrm>
          <a:prstGeom prst="line">
            <a:avLst/>
          </a:prstGeom>
          <a:noFill/>
          <a:ln w="22225">
            <a:gradFill>
              <a:gsLst>
                <a:gs pos="917">
                  <a:schemeClr val="accent1">
                    <a:alpha val="0"/>
                  </a:schemeClr>
                </a:gs>
                <a:gs pos="97248">
                  <a:schemeClr val="accent1">
                    <a:alpha val="0"/>
                  </a:schemeClr>
                </a:gs>
                <a:gs pos="5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cxnSp>
      <p:cxnSp>
        <p:nvCxnSpPr>
          <p:cNvPr id="23" name="直接连接符 22"/>
          <p:cNvCxnSpPr/>
          <p:nvPr userDrawn="1">
            <p:custDataLst>
              <p:tags r:id="rId10"/>
            </p:custDataLst>
          </p:nvPr>
        </p:nvCxnSpPr>
        <p:spPr>
          <a:xfrm flipH="1">
            <a:off x="6711770" y="1382147"/>
            <a:ext cx="1655500" cy="1655500"/>
          </a:xfrm>
          <a:prstGeom prst="line">
            <a:avLst/>
          </a:prstGeom>
          <a:noFill/>
          <a:ln w="22225">
            <a:gradFill>
              <a:gsLst>
                <a:gs pos="917">
                  <a:schemeClr val="accent1">
                    <a:alpha val="0"/>
                  </a:schemeClr>
                </a:gs>
                <a:gs pos="97248">
                  <a:schemeClr val="accent1">
                    <a:alpha val="0"/>
                  </a:schemeClr>
                </a:gs>
                <a:gs pos="5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cxnSp>
      <p:cxnSp>
        <p:nvCxnSpPr>
          <p:cNvPr id="24" name="直接连接符 23"/>
          <p:cNvCxnSpPr/>
          <p:nvPr userDrawn="1">
            <p:custDataLst>
              <p:tags r:id="rId11"/>
            </p:custDataLst>
          </p:nvPr>
        </p:nvCxnSpPr>
        <p:spPr>
          <a:xfrm flipH="1" flipV="1">
            <a:off x="6416553" y="3828921"/>
            <a:ext cx="1655500" cy="1655500"/>
          </a:xfrm>
          <a:prstGeom prst="line">
            <a:avLst/>
          </a:prstGeom>
          <a:noFill/>
          <a:ln w="22225">
            <a:gradFill>
              <a:gsLst>
                <a:gs pos="917">
                  <a:schemeClr val="accent1">
                    <a:alpha val="0"/>
                  </a:schemeClr>
                </a:gs>
                <a:gs pos="97248">
                  <a:schemeClr val="accent1">
                    <a:alpha val="0"/>
                  </a:schemeClr>
                </a:gs>
                <a:gs pos="5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cxnSp>
      <p:cxnSp>
        <p:nvCxnSpPr>
          <p:cNvPr id="25" name="直接连接符 24"/>
          <p:cNvCxnSpPr/>
          <p:nvPr userDrawn="1">
            <p:custDataLst>
              <p:tags r:id="rId12"/>
            </p:custDataLst>
          </p:nvPr>
        </p:nvCxnSpPr>
        <p:spPr>
          <a:xfrm flipH="1" flipV="1">
            <a:off x="6564161" y="3828921"/>
            <a:ext cx="1655500" cy="1655500"/>
          </a:xfrm>
          <a:prstGeom prst="line">
            <a:avLst/>
          </a:prstGeom>
          <a:noFill/>
          <a:ln w="22225">
            <a:gradFill>
              <a:gsLst>
                <a:gs pos="917">
                  <a:schemeClr val="accent1">
                    <a:alpha val="0"/>
                  </a:schemeClr>
                </a:gs>
                <a:gs pos="97248">
                  <a:schemeClr val="accent1">
                    <a:alpha val="0"/>
                  </a:schemeClr>
                </a:gs>
                <a:gs pos="5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cxnSp>
      <p:cxnSp>
        <p:nvCxnSpPr>
          <p:cNvPr id="26" name="直接连接符 25"/>
          <p:cNvCxnSpPr/>
          <p:nvPr userDrawn="1">
            <p:custDataLst>
              <p:tags r:id="rId13"/>
            </p:custDataLst>
          </p:nvPr>
        </p:nvCxnSpPr>
        <p:spPr>
          <a:xfrm flipH="1" flipV="1">
            <a:off x="6711770" y="3828921"/>
            <a:ext cx="1655500" cy="1655500"/>
          </a:xfrm>
          <a:prstGeom prst="line">
            <a:avLst/>
          </a:prstGeom>
          <a:noFill/>
          <a:ln w="22225">
            <a:gradFill>
              <a:gsLst>
                <a:gs pos="917">
                  <a:schemeClr val="accent1">
                    <a:alpha val="0"/>
                  </a:schemeClr>
                </a:gs>
                <a:gs pos="97248">
                  <a:schemeClr val="accent1">
                    <a:alpha val="0"/>
                  </a:schemeClr>
                </a:gs>
                <a:gs pos="50000">
                  <a:schemeClr val="accent1"/>
                </a:gs>
              </a:gsLst>
              <a:lin ang="5400000" scaled="1"/>
            </a:gradFill>
          </a:ln>
        </p:spPr>
        <p:style>
          <a:lnRef idx="2">
            <a:schemeClr val="accent1">
              <a:shade val="15000"/>
            </a:schemeClr>
          </a:lnRef>
          <a:fillRef idx="1">
            <a:schemeClr val="accent1"/>
          </a:fillRef>
          <a:effectRef idx="0">
            <a:schemeClr val="accent1"/>
          </a:effectRef>
          <a:fontRef idx="minor">
            <a:schemeClr val="lt1"/>
          </a:fontRef>
        </p:style>
      </p:cxnSp>
      <p:sp>
        <p:nvSpPr>
          <p:cNvPr id="32" name="任意多边形: 形状 31"/>
          <p:cNvSpPr/>
          <p:nvPr userDrawn="1">
            <p:custDataLst>
              <p:tags r:id="rId14"/>
            </p:custDataLst>
          </p:nvPr>
        </p:nvSpPr>
        <p:spPr>
          <a:xfrm flipH="1">
            <a:off x="8728235" y="3013236"/>
            <a:ext cx="415766" cy="831528"/>
          </a:xfrm>
          <a:custGeom>
            <a:avLst/>
            <a:gdLst>
              <a:gd name="connsiteX0" fmla="*/ 0 w 554354"/>
              <a:gd name="connsiteY0" fmla="*/ 0 h 1108704"/>
              <a:gd name="connsiteX1" fmla="*/ 554354 w 554354"/>
              <a:gd name="connsiteY1" fmla="*/ 554352 h 1108704"/>
              <a:gd name="connsiteX2" fmla="*/ 0 w 554354"/>
              <a:gd name="connsiteY2" fmla="*/ 1108704 h 1108704"/>
            </a:gdLst>
            <a:ahLst/>
            <a:cxnLst>
              <a:cxn ang="0">
                <a:pos x="connsiteX0" y="connsiteY0"/>
              </a:cxn>
              <a:cxn ang="0">
                <a:pos x="connsiteX1" y="connsiteY1"/>
              </a:cxn>
              <a:cxn ang="0">
                <a:pos x="connsiteX2" y="connsiteY2"/>
              </a:cxn>
            </a:cxnLst>
            <a:rect l="l" t="t" r="r" b="b"/>
            <a:pathLst>
              <a:path w="554354" h="1108704">
                <a:moveTo>
                  <a:pt x="0" y="0"/>
                </a:moveTo>
                <a:lnTo>
                  <a:pt x="554354" y="554352"/>
                </a:lnTo>
                <a:lnTo>
                  <a:pt x="0" y="1108704"/>
                </a:lnTo>
                <a:close/>
              </a:path>
            </a:pathLst>
          </a:custGeom>
          <a:solidFill>
            <a:schemeClr val="accent1">
              <a:alpha val="80000"/>
            </a:schemeClr>
          </a:solidFill>
          <a:ln w="508000">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lvl="0" algn="ctr"/>
            <a:endParaRPr lang="en-US" sz="1350"/>
          </a:p>
        </p:txBody>
      </p:sp>
      <p:sp>
        <p:nvSpPr>
          <p:cNvPr id="33" name="任意多边形: 形状 32"/>
          <p:cNvSpPr/>
          <p:nvPr userDrawn="1">
            <p:custDataLst>
              <p:tags r:id="rId15"/>
            </p:custDataLst>
          </p:nvPr>
        </p:nvSpPr>
        <p:spPr>
          <a:xfrm flipH="1">
            <a:off x="7575095" y="1860151"/>
            <a:ext cx="1568906" cy="3137699"/>
          </a:xfrm>
          <a:custGeom>
            <a:avLst/>
            <a:gdLst>
              <a:gd name="connsiteX0" fmla="*/ 0 w 2091874"/>
              <a:gd name="connsiteY0" fmla="*/ 0 h 4183599"/>
              <a:gd name="connsiteX1" fmla="*/ 2091727 w 2091874"/>
              <a:gd name="connsiteY1" fmla="*/ 2091726 h 4183599"/>
              <a:gd name="connsiteX2" fmla="*/ 2091874 w 2091874"/>
              <a:gd name="connsiteY2" fmla="*/ 2091726 h 4183599"/>
              <a:gd name="connsiteX3" fmla="*/ 0 w 2091874"/>
              <a:gd name="connsiteY3" fmla="*/ 4183599 h 4183599"/>
              <a:gd name="connsiteX4" fmla="*/ 0 w 2091874"/>
              <a:gd name="connsiteY4" fmla="*/ 3354124 h 4183599"/>
              <a:gd name="connsiteX5" fmla="*/ 1262398 w 2091874"/>
              <a:gd name="connsiteY5" fmla="*/ 2091726 h 4183599"/>
              <a:gd name="connsiteX6" fmla="*/ 0 w 2091874"/>
              <a:gd name="connsiteY6" fmla="*/ 829327 h 418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1874" h="4183599">
                <a:moveTo>
                  <a:pt x="0" y="0"/>
                </a:moveTo>
                <a:lnTo>
                  <a:pt x="2091727" y="2091726"/>
                </a:lnTo>
                <a:lnTo>
                  <a:pt x="2091874" y="2091726"/>
                </a:lnTo>
                <a:lnTo>
                  <a:pt x="0" y="4183599"/>
                </a:lnTo>
                <a:lnTo>
                  <a:pt x="0" y="3354124"/>
                </a:lnTo>
                <a:lnTo>
                  <a:pt x="1262398" y="2091726"/>
                </a:lnTo>
                <a:lnTo>
                  <a:pt x="0" y="829327"/>
                </a:lnTo>
                <a:close/>
              </a:path>
            </a:pathLst>
          </a:custGeom>
          <a:gradFill flip="none" rotWithShape="1">
            <a:gsLst>
              <a:gs pos="0">
                <a:schemeClr val="accent1"/>
              </a:gs>
              <a:gs pos="100000">
                <a:schemeClr val="accent1">
                  <a:alpha val="0"/>
                </a:schemeClr>
              </a:gs>
            </a:gsLst>
            <a:lin ang="16200000" scaled="1"/>
            <a:tileRect/>
          </a:gradFill>
          <a:ln w="19050">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lvl="0" algn="ctr"/>
            <a:endParaRPr lang="en-US" sz="1350"/>
          </a:p>
        </p:txBody>
      </p:sp>
      <p:sp>
        <p:nvSpPr>
          <p:cNvPr id="34" name="任意多边形: 形状 33"/>
          <p:cNvSpPr/>
          <p:nvPr userDrawn="1">
            <p:custDataLst>
              <p:tags r:id="rId16"/>
            </p:custDataLst>
          </p:nvPr>
        </p:nvSpPr>
        <p:spPr>
          <a:xfrm flipH="1">
            <a:off x="6566590" y="857250"/>
            <a:ext cx="2577410" cy="5143500"/>
          </a:xfrm>
          <a:custGeom>
            <a:avLst/>
            <a:gdLst>
              <a:gd name="connsiteX0" fmla="*/ 1 w 3436547"/>
              <a:gd name="connsiteY0" fmla="*/ 0 h 6871033"/>
              <a:gd name="connsiteX1" fmla="*/ 3436547 w 3436547"/>
              <a:gd name="connsiteY1" fmla="*/ 3435516 h 6871033"/>
              <a:gd name="connsiteX2" fmla="*/ 1 w 3436547"/>
              <a:gd name="connsiteY2" fmla="*/ 6871033 h 6871033"/>
              <a:gd name="connsiteX3" fmla="*/ 0 w 3436547"/>
              <a:gd name="connsiteY3" fmla="*/ 6871032 h 6871033"/>
              <a:gd name="connsiteX4" fmla="*/ 0 w 3436547"/>
              <a:gd name="connsiteY4" fmla="*/ 6041558 h 6871033"/>
              <a:gd name="connsiteX5" fmla="*/ 1 w 3436547"/>
              <a:gd name="connsiteY5" fmla="*/ 6041559 h 6871033"/>
              <a:gd name="connsiteX6" fmla="*/ 2606778 w 3436547"/>
              <a:gd name="connsiteY6" fmla="*/ 3435516 h 6871033"/>
              <a:gd name="connsiteX7" fmla="*/ 1 w 3436547"/>
              <a:gd name="connsiteY7" fmla="*/ 829475 h 6871033"/>
              <a:gd name="connsiteX8" fmla="*/ 0 w 3436547"/>
              <a:gd name="connsiteY8" fmla="*/ 829476 h 6871033"/>
              <a:gd name="connsiteX9" fmla="*/ 0 w 3436547"/>
              <a:gd name="connsiteY9" fmla="*/ 1 h 687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36547" h="6871033">
                <a:moveTo>
                  <a:pt x="1" y="0"/>
                </a:moveTo>
                <a:lnTo>
                  <a:pt x="3436547" y="3435516"/>
                </a:lnTo>
                <a:lnTo>
                  <a:pt x="1" y="6871033"/>
                </a:lnTo>
                <a:lnTo>
                  <a:pt x="0" y="6871032"/>
                </a:lnTo>
                <a:lnTo>
                  <a:pt x="0" y="6041558"/>
                </a:lnTo>
                <a:lnTo>
                  <a:pt x="1" y="6041559"/>
                </a:lnTo>
                <a:lnTo>
                  <a:pt x="2606778" y="3435516"/>
                </a:lnTo>
                <a:lnTo>
                  <a:pt x="1" y="829475"/>
                </a:lnTo>
                <a:lnTo>
                  <a:pt x="0" y="829476"/>
                </a:lnTo>
                <a:lnTo>
                  <a:pt x="0" y="1"/>
                </a:lnTo>
                <a:close/>
              </a:path>
            </a:pathLst>
          </a:custGeom>
          <a:gradFill flip="none" rotWithShape="1">
            <a:gsLst>
              <a:gs pos="0">
                <a:schemeClr val="accent1"/>
              </a:gs>
              <a:gs pos="86000">
                <a:schemeClr val="accent1">
                  <a:alpha val="0"/>
                </a:schemeClr>
              </a:gs>
            </a:gsLst>
            <a:lin ang="5400000" scaled="1"/>
            <a:tileRect/>
          </a:gradFill>
          <a:ln w="19050">
            <a:gradFill flip="none" rotWithShape="1">
              <a:gsLst>
                <a:gs pos="0">
                  <a:schemeClr val="accent1">
                    <a:alpha val="0"/>
                  </a:schemeClr>
                </a:gs>
                <a:gs pos="100000">
                  <a:schemeClr val="accent1"/>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lvl="0" algn="ctr"/>
            <a:endParaRPr lang="en-US" sz="1350"/>
          </a:p>
        </p:txBody>
      </p:sp>
      <p:sp>
        <p:nvSpPr>
          <p:cNvPr id="35" name="任意多边形: 形状 34"/>
          <p:cNvSpPr/>
          <p:nvPr userDrawn="1">
            <p:custDataLst>
              <p:tags r:id="rId17"/>
            </p:custDataLst>
          </p:nvPr>
        </p:nvSpPr>
        <p:spPr>
          <a:xfrm flipH="1">
            <a:off x="4321316" y="857250"/>
            <a:ext cx="3721255" cy="5143499"/>
          </a:xfrm>
          <a:custGeom>
            <a:avLst/>
            <a:gdLst>
              <a:gd name="connsiteX0" fmla="*/ 13037 w 4961673"/>
              <a:gd name="connsiteY0" fmla="*/ 0 h 6857999"/>
              <a:gd name="connsiteX1" fmla="*/ 1531645 w 4961673"/>
              <a:gd name="connsiteY1" fmla="*/ 0 h 6857999"/>
              <a:gd name="connsiteX2" fmla="*/ 4961673 w 4961673"/>
              <a:gd name="connsiteY2" fmla="*/ 3422495 h 6857999"/>
              <a:gd name="connsiteX3" fmla="*/ 1518608 w 4961673"/>
              <a:gd name="connsiteY3" fmla="*/ 6857999 h 6857999"/>
              <a:gd name="connsiteX4" fmla="*/ 0 w 4961673"/>
              <a:gd name="connsiteY4" fmla="*/ 6857999 h 6857999"/>
              <a:gd name="connsiteX5" fmla="*/ 3443005 w 4961673"/>
              <a:gd name="connsiteY5" fmla="*/ 342249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1673" h="6857999">
                <a:moveTo>
                  <a:pt x="13037" y="0"/>
                </a:moveTo>
                <a:lnTo>
                  <a:pt x="1531645" y="0"/>
                </a:lnTo>
                <a:lnTo>
                  <a:pt x="4961673" y="3422495"/>
                </a:lnTo>
                <a:lnTo>
                  <a:pt x="1518608" y="6857999"/>
                </a:lnTo>
                <a:lnTo>
                  <a:pt x="0" y="6857999"/>
                </a:lnTo>
                <a:lnTo>
                  <a:pt x="3443005" y="3422495"/>
                </a:lnTo>
                <a:close/>
              </a:path>
            </a:pathLst>
          </a:custGeom>
          <a:gradFill flip="none" rotWithShape="1">
            <a:gsLst>
              <a:gs pos="18000">
                <a:schemeClr val="accent1">
                  <a:alpha val="20000"/>
                </a:schemeClr>
              </a:gs>
              <a:gs pos="73000">
                <a:schemeClr val="accent1">
                  <a:alpha val="0"/>
                </a:schemeClr>
              </a:gs>
            </a:gsLst>
            <a:lin ang="0" scaled="1"/>
            <a:tileRect/>
          </a:gradFill>
          <a:ln w="19050">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lvl="0" algn="ctr"/>
            <a:endParaRPr lang="en-US" sz="1350"/>
          </a:p>
        </p:txBody>
      </p:sp>
      <p:cxnSp>
        <p:nvCxnSpPr>
          <p:cNvPr id="28" name="直接连接符 27"/>
          <p:cNvCxnSpPr/>
          <p:nvPr userDrawn="1">
            <p:custDataLst>
              <p:tags r:id="rId18"/>
            </p:custDataLst>
          </p:nvPr>
        </p:nvCxnSpPr>
        <p:spPr>
          <a:xfrm>
            <a:off x="1034858" y="5319713"/>
            <a:ext cx="268670" cy="0"/>
          </a:xfrm>
          <a:prstGeom prst="line">
            <a:avLst/>
          </a:prstGeom>
          <a:ln w="25400" cap="rnd">
            <a:solidFill>
              <a:schemeClr val="accent1">
                <a:alpha val="20000"/>
              </a:schemeClr>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custDataLst>
              <p:tags r:id="rId19"/>
            </p:custDataLst>
          </p:nvPr>
        </p:nvSpPr>
        <p:spPr>
          <a:xfrm>
            <a:off x="935831" y="2099250"/>
            <a:ext cx="4425583" cy="1350000"/>
          </a:xfrm>
        </p:spPr>
        <p:txBody>
          <a:bodyPr wrap="square" anchor="b">
            <a:normAutofit/>
          </a:bodyPr>
          <a:lstStyle>
            <a:lvl1pPr algn="l">
              <a:lnSpc>
                <a:spcPct val="100000"/>
              </a:lnSpc>
              <a:defRPr sz="4050" b="0">
                <a:latin typeface="+mj-lt"/>
              </a:defRPr>
            </a:lvl1pPr>
          </a:lstStyle>
          <a:p>
            <a:r>
              <a:rPr lang="en-US" dirty="0">
                <a:latin typeface="+mj-lt"/>
              </a:rPr>
              <a:t>Click to add title</a:t>
            </a:r>
            <a:endParaRPr lang="en-US" dirty="0"/>
          </a:p>
        </p:txBody>
      </p:sp>
      <p:sp>
        <p:nvSpPr>
          <p:cNvPr id="20" name="文本占位符 19"/>
          <p:cNvSpPr>
            <a:spLocks noGrp="1"/>
          </p:cNvSpPr>
          <p:nvPr>
            <p:ph type="body" sz="quarter" idx="17" hasCustomPrompt="1"/>
            <p:custDataLst>
              <p:tags r:id="rId20"/>
            </p:custDataLst>
          </p:nvPr>
        </p:nvSpPr>
        <p:spPr>
          <a:xfrm>
            <a:off x="939632" y="3847692"/>
            <a:ext cx="2160000" cy="410400"/>
          </a:xfrm>
          <a:custGeom>
            <a:avLst/>
            <a:gdLst>
              <a:gd name="connsiteX0" fmla="*/ 0 w 2880000"/>
              <a:gd name="connsiteY0" fmla="*/ 0 h 547200"/>
              <a:gd name="connsiteX1" fmla="*/ 2788798 w 2880000"/>
              <a:gd name="connsiteY1" fmla="*/ 0 h 547200"/>
              <a:gd name="connsiteX2" fmla="*/ 2880000 w 2880000"/>
              <a:gd name="connsiteY2" fmla="*/ 91202 h 547200"/>
              <a:gd name="connsiteX3" fmla="*/ 2880000 w 2880000"/>
              <a:gd name="connsiteY3" fmla="*/ 547200 h 547200"/>
              <a:gd name="connsiteX4" fmla="*/ 419182 w 2880000"/>
              <a:gd name="connsiteY4" fmla="*/ 547200 h 547200"/>
              <a:gd name="connsiteX5" fmla="*/ 331612 w 2880000"/>
              <a:gd name="connsiteY5" fmla="*/ 436147 h 547200"/>
              <a:gd name="connsiteX6" fmla="*/ 0 w 2880000"/>
              <a:gd name="connsiteY6" fmla="*/ 436147 h 54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80000" h="547200">
                <a:moveTo>
                  <a:pt x="0" y="0"/>
                </a:moveTo>
                <a:lnTo>
                  <a:pt x="2788798" y="0"/>
                </a:lnTo>
                <a:lnTo>
                  <a:pt x="2880000" y="91202"/>
                </a:lnTo>
                <a:lnTo>
                  <a:pt x="2880000" y="547200"/>
                </a:lnTo>
                <a:lnTo>
                  <a:pt x="419182" y="547200"/>
                </a:lnTo>
                <a:lnTo>
                  <a:pt x="331612" y="436147"/>
                </a:lnTo>
                <a:lnTo>
                  <a:pt x="0" y="436147"/>
                </a:lnTo>
                <a:close/>
              </a:path>
            </a:pathLst>
          </a:custGeom>
          <a:gradFill flip="none" rotWithShape="1">
            <a:gsLst>
              <a:gs pos="0">
                <a:schemeClr val="accent1">
                  <a:alpha val="40000"/>
                </a:schemeClr>
              </a:gs>
              <a:gs pos="100000">
                <a:schemeClr val="accent1">
                  <a:alpha val="0"/>
                </a:schemeClr>
              </a:gs>
            </a:gsLst>
            <a:lin ang="0" scaled="1"/>
            <a:tileRect/>
          </a:gradFill>
          <a:ln>
            <a:gradFill flip="none" rotWithShape="1">
              <a:gsLst>
                <a:gs pos="0">
                  <a:schemeClr val="accent1">
                    <a:alpha val="70000"/>
                  </a:schemeClr>
                </a:gs>
                <a:gs pos="100000">
                  <a:schemeClr val="accent1">
                    <a:alpha val="10000"/>
                  </a:schemeClr>
                </a:gs>
              </a:gsLst>
              <a:lin ang="0" scaled="1"/>
              <a:tileRect/>
            </a:gradFill>
          </a:ln>
        </p:spPr>
        <p:txBody>
          <a:bodyPr wrap="square" lIns="360000" anchor="ctr">
            <a:normAutofit/>
          </a:bodyPr>
          <a:lstStyle>
            <a:lvl1pPr marL="0" indent="0" algn="l">
              <a:lnSpc>
                <a:spcPct val="100000"/>
              </a:lnSpc>
              <a:buNone/>
              <a:defRPr sz="1200">
                <a:latin typeface="+mn-lt"/>
              </a:defRPr>
            </a:lvl1pPr>
          </a:lstStyle>
          <a:p>
            <a:pPr lvl="0"/>
            <a:r>
              <a:rPr lang="en-US" dirty="0">
                <a:latin typeface="+mn-lt"/>
              </a:rPr>
              <a:t>Click to add text</a:t>
            </a:r>
            <a:endParaRPr lang="en-US" dirty="0"/>
          </a:p>
        </p:txBody>
      </p:sp>
      <p:sp>
        <p:nvSpPr>
          <p:cNvPr id="4" name="日期占位符 3"/>
          <p:cNvSpPr>
            <a:spLocks noGrp="1"/>
          </p:cNvSpPr>
          <p:nvPr>
            <p:ph type="dt" sz="half" idx="10"/>
            <p:custDataLst>
              <p:tags r:id="rId21"/>
            </p:custDataLst>
          </p:nvPr>
        </p:nvSpPr>
        <p:spPr/>
        <p:txBody>
          <a:bodyPr wrap="square">
            <a:normAutofit/>
          </a:bodyPr>
          <a:lstStyle/>
          <a:p>
            <a:r>
              <a:rPr lang="en-US"/>
              <a:t>Date Area</a:t>
            </a:r>
            <a:endParaRPr lang="en-US"/>
          </a:p>
        </p:txBody>
      </p:sp>
      <p:sp>
        <p:nvSpPr>
          <p:cNvPr id="5" name="页脚占位符 4"/>
          <p:cNvSpPr>
            <a:spLocks noGrp="1"/>
          </p:cNvSpPr>
          <p:nvPr>
            <p:ph type="ftr" sz="quarter" idx="11"/>
            <p:custDataLst>
              <p:tags r:id="rId22"/>
            </p:custDataLst>
          </p:nvPr>
        </p:nvSpPr>
        <p:spPr/>
        <p:txBody>
          <a:bodyPr/>
          <a:lstStyle/>
          <a:p>
            <a:endParaRPr lang="en-US"/>
          </a:p>
        </p:txBody>
      </p:sp>
      <p:sp>
        <p:nvSpPr>
          <p:cNvPr id="6" name="灯片编号占位符 5"/>
          <p:cNvSpPr>
            <a:spLocks noGrp="1"/>
          </p:cNvSpPr>
          <p:nvPr>
            <p:ph type="sldNum" sz="quarter" idx="12"/>
            <p:custDataLst>
              <p:tags r:id="rId23"/>
            </p:custDataLst>
          </p:nvPr>
        </p:nvSpPr>
        <p:spPr>
          <a:xfrm>
            <a:off x="6457950" y="5624513"/>
            <a:ext cx="2057400" cy="273844"/>
          </a:xfrm>
        </p:spPr>
        <p:txBody>
          <a:bodyPr wrap="square">
            <a:normAutofit/>
          </a:bodyPr>
          <a:lstStyle/>
          <a:p>
            <a:fld id="{BE5F26B5-172A-4DC2-B0B7-181CFC56B87C}" type="slidenum">
              <a:rPr lang="en-US" smtClean="0"/>
            </a:fld>
            <a:endParaRPr lang="en-US"/>
          </a:p>
        </p:txBody>
      </p:sp>
      <p:sp>
        <p:nvSpPr>
          <p:cNvPr id="14" name="任意多边形: 形状 13"/>
          <p:cNvSpPr/>
          <p:nvPr userDrawn="1">
            <p:custDataLst>
              <p:tags r:id="rId24"/>
            </p:custDataLst>
          </p:nvPr>
        </p:nvSpPr>
        <p:spPr>
          <a:xfrm flipV="1">
            <a:off x="957882" y="4204009"/>
            <a:ext cx="234190" cy="52373"/>
          </a:xfrm>
          <a:custGeom>
            <a:avLst/>
            <a:gdLst>
              <a:gd name="connsiteX0" fmla="*/ 278134 w 389081"/>
              <a:gd name="connsiteY0" fmla="*/ 89627 h 89627"/>
              <a:gd name="connsiteX1" fmla="*/ 329769 w 389081"/>
              <a:gd name="connsiteY1" fmla="*/ 89627 h 89627"/>
              <a:gd name="connsiteX2" fmla="*/ 389081 w 389081"/>
              <a:gd name="connsiteY2" fmla="*/ 0 h 89627"/>
              <a:gd name="connsiteX3" fmla="*/ 337446 w 389081"/>
              <a:gd name="connsiteY3" fmla="*/ 0 h 89627"/>
              <a:gd name="connsiteX4" fmla="*/ 185423 w 389081"/>
              <a:gd name="connsiteY4" fmla="*/ 89627 h 89627"/>
              <a:gd name="connsiteX5" fmla="*/ 237057 w 389081"/>
              <a:gd name="connsiteY5" fmla="*/ 89627 h 89627"/>
              <a:gd name="connsiteX6" fmla="*/ 296370 w 389081"/>
              <a:gd name="connsiteY6" fmla="*/ 0 h 89627"/>
              <a:gd name="connsiteX7" fmla="*/ 244735 w 389081"/>
              <a:gd name="connsiteY7" fmla="*/ 0 h 89627"/>
              <a:gd name="connsiteX8" fmla="*/ 92711 w 389081"/>
              <a:gd name="connsiteY8" fmla="*/ 89627 h 89627"/>
              <a:gd name="connsiteX9" fmla="*/ 144346 w 389081"/>
              <a:gd name="connsiteY9" fmla="*/ 89627 h 89627"/>
              <a:gd name="connsiteX10" fmla="*/ 203659 w 389081"/>
              <a:gd name="connsiteY10" fmla="*/ 0 h 89627"/>
              <a:gd name="connsiteX11" fmla="*/ 152024 w 389081"/>
              <a:gd name="connsiteY11" fmla="*/ 0 h 89627"/>
              <a:gd name="connsiteX12" fmla="*/ 0 w 389081"/>
              <a:gd name="connsiteY12" fmla="*/ 89627 h 89627"/>
              <a:gd name="connsiteX13" fmla="*/ 51635 w 389081"/>
              <a:gd name="connsiteY13" fmla="*/ 89627 h 89627"/>
              <a:gd name="connsiteX14" fmla="*/ 110947 w 389081"/>
              <a:gd name="connsiteY14" fmla="*/ 0 h 89627"/>
              <a:gd name="connsiteX15" fmla="*/ 59312 w 389081"/>
              <a:gd name="connsiteY15" fmla="*/ 0 h 89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9081" h="89627">
                <a:moveTo>
                  <a:pt x="278134" y="89627"/>
                </a:moveTo>
                <a:lnTo>
                  <a:pt x="329769" y="89627"/>
                </a:lnTo>
                <a:lnTo>
                  <a:pt x="389081" y="0"/>
                </a:lnTo>
                <a:lnTo>
                  <a:pt x="337446" y="0"/>
                </a:lnTo>
                <a:close/>
                <a:moveTo>
                  <a:pt x="185423" y="89627"/>
                </a:moveTo>
                <a:lnTo>
                  <a:pt x="237057" y="89627"/>
                </a:lnTo>
                <a:lnTo>
                  <a:pt x="296370" y="0"/>
                </a:lnTo>
                <a:lnTo>
                  <a:pt x="244735" y="0"/>
                </a:lnTo>
                <a:close/>
                <a:moveTo>
                  <a:pt x="92711" y="89627"/>
                </a:moveTo>
                <a:lnTo>
                  <a:pt x="144346" y="89627"/>
                </a:lnTo>
                <a:lnTo>
                  <a:pt x="203659" y="0"/>
                </a:lnTo>
                <a:lnTo>
                  <a:pt x="152024" y="0"/>
                </a:lnTo>
                <a:close/>
                <a:moveTo>
                  <a:pt x="0" y="89627"/>
                </a:moveTo>
                <a:lnTo>
                  <a:pt x="51635" y="89627"/>
                </a:lnTo>
                <a:lnTo>
                  <a:pt x="110947" y="0"/>
                </a:lnTo>
                <a:lnTo>
                  <a:pt x="59312" y="0"/>
                </a:lnTo>
                <a:close/>
              </a:path>
            </a:pathLst>
          </a:custGeom>
          <a:solidFill>
            <a:schemeClr val="accent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p>
        </p:txBody>
      </p:sp>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Date Area</a:t>
            </a:r>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E5F26B5-172A-4DC2-B0B7-181CFC56B87C}"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3" Type="http://schemas.openxmlformats.org/officeDocument/2006/relationships/theme" Target="../theme/theme2.xml"/><Relationship Id="rId22" Type="http://schemas.openxmlformats.org/officeDocument/2006/relationships/tags" Target="../tags/tag120.xml"/><Relationship Id="rId21" Type="http://schemas.openxmlformats.org/officeDocument/2006/relationships/tags" Target="../tags/tag119.xml"/><Relationship Id="rId20" Type="http://schemas.openxmlformats.org/officeDocument/2006/relationships/tags" Target="../tags/tag118.xml"/><Relationship Id="rId2" Type="http://schemas.openxmlformats.org/officeDocument/2006/relationships/slideLayout" Target="../slideLayouts/slideLayout13.xml"/><Relationship Id="rId19" Type="http://schemas.openxmlformats.org/officeDocument/2006/relationships/tags" Target="../tags/tag117.xml"/><Relationship Id="rId18" Type="http://schemas.openxmlformats.org/officeDocument/2006/relationships/tags" Target="../tags/tag116.xml"/><Relationship Id="rId17" Type="http://schemas.openxmlformats.org/officeDocument/2006/relationships/tags" Target="../tags/tag115.xml"/><Relationship Id="rId16" Type="http://schemas.openxmlformats.org/officeDocument/2006/relationships/tags" Target="../tags/tag114.xml"/><Relationship Id="rId15" Type="http://schemas.openxmlformats.org/officeDocument/2006/relationships/tags" Target="../tags/tag113.xml"/><Relationship Id="rId14" Type="http://schemas.openxmlformats.org/officeDocument/2006/relationships/tags" Target="../tags/tag112.xml"/><Relationship Id="rId13" Type="http://schemas.openxmlformats.org/officeDocument/2006/relationships/tags" Target="../tags/tag111.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med" p14:dur="699"/>
    </mc:Choice>
    <mc:Fallback>
      <p:transition spd="med"/>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矩形 7"/>
          <p:cNvSpPr/>
          <p:nvPr userDrawn="1">
            <p:custDataLst>
              <p:tags r:id="rId13"/>
            </p:custDataLst>
          </p:nvPr>
        </p:nvSpPr>
        <p:spPr>
          <a:xfrm>
            <a:off x="0" y="857250"/>
            <a:ext cx="9144000" cy="51435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sz="1350">
              <a:latin typeface="Arial" panose="020B0604020202020204" pitchFamily="34" charset="0"/>
            </a:endParaRPr>
          </a:p>
        </p:txBody>
      </p:sp>
      <p:sp>
        <p:nvSpPr>
          <p:cNvPr id="12" name="矩形 11"/>
          <p:cNvSpPr/>
          <p:nvPr userDrawn="1">
            <p:custDataLst>
              <p:tags r:id="rId14"/>
            </p:custDataLst>
          </p:nvPr>
        </p:nvSpPr>
        <p:spPr>
          <a:xfrm flipV="1">
            <a:off x="5511305" y="3105150"/>
            <a:ext cx="3632696" cy="2895600"/>
          </a:xfrm>
          <a:prstGeom prst="rect">
            <a:avLst/>
          </a:prstGeom>
          <a:gradFill flip="none" rotWithShape="1">
            <a:gsLst>
              <a:gs pos="36000">
                <a:schemeClr val="accent1">
                  <a:alpha val="0"/>
                </a:schemeClr>
              </a:gs>
              <a:gs pos="100000">
                <a:schemeClr val="accent1">
                  <a:alpha val="20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latin typeface="Arial" panose="020B0604020202020204" pitchFamily="34" charset="0"/>
            </a:endParaRPr>
          </a:p>
        </p:txBody>
      </p:sp>
      <p:sp>
        <p:nvSpPr>
          <p:cNvPr id="9" name="任意多边形: 形状 8"/>
          <p:cNvSpPr/>
          <p:nvPr userDrawn="1">
            <p:custDataLst>
              <p:tags r:id="rId15"/>
            </p:custDataLst>
          </p:nvPr>
        </p:nvSpPr>
        <p:spPr>
          <a:xfrm>
            <a:off x="8299450" y="5156200"/>
            <a:ext cx="844551" cy="844550"/>
          </a:xfrm>
          <a:custGeom>
            <a:avLst/>
            <a:gdLst>
              <a:gd name="connsiteX0" fmla="*/ 1081313 w 1081313"/>
              <a:gd name="connsiteY0" fmla="*/ 0 h 1081313"/>
              <a:gd name="connsiteX1" fmla="*/ 1081313 w 1081313"/>
              <a:gd name="connsiteY1" fmla="*/ 1081313 h 1081313"/>
              <a:gd name="connsiteX2" fmla="*/ 0 w 1081313"/>
              <a:gd name="connsiteY2" fmla="*/ 1081313 h 1081313"/>
            </a:gdLst>
            <a:ahLst/>
            <a:cxnLst>
              <a:cxn ang="0">
                <a:pos x="connsiteX0" y="connsiteY0"/>
              </a:cxn>
              <a:cxn ang="0">
                <a:pos x="connsiteX1" y="connsiteY1"/>
              </a:cxn>
              <a:cxn ang="0">
                <a:pos x="connsiteX2" y="connsiteY2"/>
              </a:cxn>
            </a:cxnLst>
            <a:rect l="l" t="t" r="r" b="b"/>
            <a:pathLst>
              <a:path w="1081313" h="1081313">
                <a:moveTo>
                  <a:pt x="1081313" y="0"/>
                </a:moveTo>
                <a:lnTo>
                  <a:pt x="1081313" y="1081313"/>
                </a:lnTo>
                <a:lnTo>
                  <a:pt x="0" y="1081313"/>
                </a:lnTo>
                <a:close/>
              </a:path>
            </a:pathLst>
          </a:custGeom>
          <a:gradFill>
            <a:gsLst>
              <a:gs pos="0">
                <a:schemeClr val="accent1">
                  <a:alpha val="70000"/>
                </a:schemeClr>
              </a:gs>
              <a:gs pos="100000">
                <a:schemeClr val="accent1">
                  <a:alpha val="0"/>
                </a:schemeClr>
              </a:gs>
            </a:gsLst>
            <a:lin ang="5400000" scaled="1"/>
          </a:gradFill>
          <a:ln w="508000">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en-US" sz="1350">
              <a:latin typeface="Arial" panose="020B0604020202020204" pitchFamily="34" charset="0"/>
            </a:endParaRPr>
          </a:p>
        </p:txBody>
      </p:sp>
      <p:sp>
        <p:nvSpPr>
          <p:cNvPr id="10" name="任意多边形: 形状 9"/>
          <p:cNvSpPr/>
          <p:nvPr userDrawn="1">
            <p:custDataLst>
              <p:tags r:id="rId16"/>
            </p:custDataLst>
          </p:nvPr>
        </p:nvSpPr>
        <p:spPr>
          <a:xfrm>
            <a:off x="8077200" y="4933950"/>
            <a:ext cx="1066801" cy="1066800"/>
          </a:xfrm>
          <a:custGeom>
            <a:avLst/>
            <a:gdLst>
              <a:gd name="connsiteX0" fmla="*/ 3367360 w 3368637"/>
              <a:gd name="connsiteY0" fmla="*/ 0 h 3368637"/>
              <a:gd name="connsiteX1" fmla="*/ 3368637 w 3368637"/>
              <a:gd name="connsiteY1" fmla="*/ 1277 h 3368637"/>
              <a:gd name="connsiteX2" fmla="*/ 3368637 w 3368637"/>
              <a:gd name="connsiteY2" fmla="*/ 1446091 h 3368637"/>
              <a:gd name="connsiteX3" fmla="*/ 3367360 w 3368637"/>
              <a:gd name="connsiteY3" fmla="*/ 1444814 h 3368637"/>
              <a:gd name="connsiteX4" fmla="*/ 1444814 w 3368637"/>
              <a:gd name="connsiteY4" fmla="*/ 3367360 h 3368637"/>
              <a:gd name="connsiteX5" fmla="*/ 1446091 w 3368637"/>
              <a:gd name="connsiteY5" fmla="*/ 3368637 h 3368637"/>
              <a:gd name="connsiteX6" fmla="*/ 1277 w 3368637"/>
              <a:gd name="connsiteY6" fmla="*/ 3368637 h 3368637"/>
              <a:gd name="connsiteX7" fmla="*/ 0 w 3368637"/>
              <a:gd name="connsiteY7" fmla="*/ 3367360 h 3368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68637" h="3368637">
                <a:moveTo>
                  <a:pt x="3367360" y="0"/>
                </a:moveTo>
                <a:lnTo>
                  <a:pt x="3368637" y="1277"/>
                </a:lnTo>
                <a:lnTo>
                  <a:pt x="3368637" y="1446091"/>
                </a:lnTo>
                <a:lnTo>
                  <a:pt x="3367360" y="1444814"/>
                </a:lnTo>
                <a:lnTo>
                  <a:pt x="1444814" y="3367360"/>
                </a:lnTo>
                <a:lnTo>
                  <a:pt x="1446091" y="3368637"/>
                </a:lnTo>
                <a:lnTo>
                  <a:pt x="1277" y="3368637"/>
                </a:lnTo>
                <a:lnTo>
                  <a:pt x="0" y="3367360"/>
                </a:lnTo>
                <a:close/>
              </a:path>
            </a:pathLst>
          </a:custGeom>
          <a:gradFill flip="none" rotWithShape="1">
            <a:gsLst>
              <a:gs pos="0">
                <a:schemeClr val="accent1">
                  <a:alpha val="70000"/>
                </a:schemeClr>
              </a:gs>
              <a:gs pos="100000">
                <a:schemeClr val="accent1">
                  <a:alpha val="0"/>
                </a:schemeClr>
              </a:gs>
            </a:gsLst>
            <a:lin ang="16200000" scaled="1"/>
            <a:tileRect/>
          </a:gradFill>
          <a:ln w="508000">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en-US" sz="1350">
              <a:latin typeface="Arial" panose="020B0604020202020204" pitchFamily="34" charset="0"/>
            </a:endParaRPr>
          </a:p>
        </p:txBody>
      </p:sp>
      <p:sp>
        <p:nvSpPr>
          <p:cNvPr id="2" name="标题占位符 1"/>
          <p:cNvSpPr>
            <a:spLocks noGrp="1"/>
          </p:cNvSpPr>
          <p:nvPr userDrawn="1">
            <p:ph type="title"/>
            <p:custDataLst>
              <p:tags r:id="rId17"/>
            </p:custDataLst>
          </p:nvPr>
        </p:nvSpPr>
        <p:spPr>
          <a:xfrm>
            <a:off x="521970" y="1127250"/>
            <a:ext cx="8100000" cy="540000"/>
          </a:xfrm>
          <a:prstGeom prst="rect">
            <a:avLst/>
          </a:prstGeom>
        </p:spPr>
        <p:txBody>
          <a:bodyPr vert="horz" wrap="square" lIns="0" tIns="0" rIns="0" bIns="0" rtlCol="0" anchor="b">
            <a:normAutofit/>
          </a:bodyPr>
          <a:lstStyle/>
          <a:p>
            <a:r>
              <a:rPr lang="en-US" dirty="0"/>
              <a:t>Click to add title</a:t>
            </a:r>
            <a:endParaRPr lang="en-US" dirty="0"/>
          </a:p>
        </p:txBody>
      </p:sp>
      <p:sp>
        <p:nvSpPr>
          <p:cNvPr id="3" name="文本占位符 2"/>
          <p:cNvSpPr>
            <a:spLocks noGrp="1"/>
          </p:cNvSpPr>
          <p:nvPr userDrawn="1">
            <p:ph type="body" idx="1"/>
            <p:custDataLst>
              <p:tags r:id="rId18"/>
            </p:custDataLst>
          </p:nvPr>
        </p:nvSpPr>
        <p:spPr>
          <a:xfrm>
            <a:off x="521970" y="1833562"/>
            <a:ext cx="8100000" cy="3655219"/>
          </a:xfrm>
          <a:prstGeom prst="rect">
            <a:avLst/>
          </a:prstGeom>
        </p:spPr>
        <p:txBody>
          <a:bodyPr vert="horz" wrap="square" lIns="0" tIns="0" rIns="0" bIns="0" rtlCol="0">
            <a:normAutofit/>
          </a:bodyPr>
          <a:lstStyle/>
          <a:p>
            <a:pPr lvl="0"/>
            <a:r>
              <a:rPr lang="en-US" dirty="0"/>
              <a:t>Click to add text</a:t>
            </a:r>
            <a:endParaRPr lang="en-US" dirty="0"/>
          </a:p>
        </p:txBody>
      </p:sp>
      <p:sp>
        <p:nvSpPr>
          <p:cNvPr id="4" name="日期占位符 3"/>
          <p:cNvSpPr>
            <a:spLocks noGrp="1"/>
          </p:cNvSpPr>
          <p:nvPr userDrawn="1">
            <p:ph type="dt" sz="half" idx="2"/>
            <p:custDataLst>
              <p:tags r:id="rId19"/>
            </p:custDataLst>
          </p:nvPr>
        </p:nvSpPr>
        <p:spPr>
          <a:xfrm>
            <a:off x="521970" y="5624513"/>
            <a:ext cx="2057400" cy="273844"/>
          </a:xfrm>
          <a:prstGeom prst="rect">
            <a:avLst/>
          </a:prstGeom>
        </p:spPr>
        <p:txBody>
          <a:bodyPr vert="horz" wrap="square" lIns="91440" tIns="45720" rIns="91440" bIns="45720" rtlCol="0" anchor="ctr">
            <a:normAutofit/>
          </a:bodyPr>
          <a:lstStyle>
            <a:lvl1pPr algn="l">
              <a:defRPr sz="900">
                <a:solidFill>
                  <a:schemeClr val="tx1">
                    <a:tint val="75000"/>
                  </a:schemeClr>
                </a:solidFill>
                <a:latin typeface="Arial" panose="020B0604020202020204" pitchFamily="34" charset="0"/>
              </a:defRPr>
            </a:lvl1pPr>
          </a:lstStyle>
          <a:p>
            <a:r>
              <a:rPr lang="en-US"/>
              <a:t>Date Area</a:t>
            </a:r>
            <a:endParaRPr lang="en-US"/>
          </a:p>
        </p:txBody>
      </p:sp>
      <p:sp>
        <p:nvSpPr>
          <p:cNvPr id="5" name="页脚占位符 4"/>
          <p:cNvSpPr>
            <a:spLocks noGrp="1"/>
          </p:cNvSpPr>
          <p:nvPr userDrawn="1">
            <p:ph type="ftr" sz="quarter" idx="3"/>
            <p:custDataLst>
              <p:tags r:id="rId20"/>
            </p:custDataLst>
          </p:nvPr>
        </p:nvSpPr>
        <p:spPr>
          <a:xfrm>
            <a:off x="3028950" y="5624513"/>
            <a:ext cx="3086100" cy="273844"/>
          </a:xfrm>
          <a:prstGeom prst="rect">
            <a:avLst/>
          </a:prstGeom>
        </p:spPr>
        <p:txBody>
          <a:bodyPr vert="horz" lIns="91440" tIns="45720" rIns="91440" bIns="45720" rtlCol="0" anchor="ctr">
            <a:normAutofit/>
          </a:bodyPr>
          <a:lstStyle>
            <a:lvl1pPr algn="ctr">
              <a:defRPr sz="900">
                <a:solidFill>
                  <a:schemeClr val="tx1">
                    <a:tint val="75000"/>
                  </a:schemeClr>
                </a:solidFill>
                <a:latin typeface="Arial" panose="020B0604020202020204" pitchFamily="34" charset="0"/>
              </a:defRPr>
            </a:lvl1pPr>
          </a:lstStyle>
          <a:p>
            <a:endParaRPr lang="en-US" dirty="0"/>
          </a:p>
        </p:txBody>
      </p:sp>
      <p:sp>
        <p:nvSpPr>
          <p:cNvPr id="6" name="灯片编号占位符 5"/>
          <p:cNvSpPr>
            <a:spLocks noGrp="1"/>
          </p:cNvSpPr>
          <p:nvPr userDrawn="1">
            <p:ph type="sldNum" sz="quarter" idx="4"/>
            <p:custDataLst>
              <p:tags r:id="rId21"/>
            </p:custDataLst>
          </p:nvPr>
        </p:nvSpPr>
        <p:spPr>
          <a:xfrm>
            <a:off x="6565487" y="5624513"/>
            <a:ext cx="2057400" cy="273844"/>
          </a:xfrm>
          <a:prstGeom prst="rect">
            <a:avLst/>
          </a:prstGeom>
        </p:spPr>
        <p:txBody>
          <a:bodyPr vert="horz" wrap="square" lIns="91440" tIns="45720" rIns="91440" bIns="45720" rtlCol="0" anchor="ctr">
            <a:normAutofit/>
          </a:bodyPr>
          <a:lstStyle>
            <a:lvl1pPr algn="r">
              <a:defRPr sz="900">
                <a:solidFill>
                  <a:schemeClr val="tx1">
                    <a:tint val="75000"/>
                  </a:schemeClr>
                </a:solidFill>
                <a:latin typeface="Arial" panose="020B0604020202020204" pitchFamily="34" charset="0"/>
              </a:defRPr>
            </a:lvl1pPr>
          </a:lstStyle>
          <a:p>
            <a:fld id="{BE5F26B5-172A-4DC2-B0B7-181CFC56B87C}" type="slidenum">
              <a:rPr lang="en-US" smtClean="0"/>
            </a:fld>
            <a:endParaRPr lang="en-US"/>
          </a:p>
        </p:txBody>
      </p:sp>
      <p:sp>
        <p:nvSpPr>
          <p:cNvPr id="11" name="KSO_TEMPLATE" hidden="1"/>
          <p:cNvSpPr/>
          <p:nvPr userDrawn="1">
            <p:custDataLst>
              <p:tags r:id="rId22"/>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mc:AlternateContent xmlns:mc="http://schemas.openxmlformats.org/markup-compatibility/2006">
    <mc:Choice xmlns:p14="http://schemas.microsoft.com/office/powerpoint/2010/main" Requires="p14">
      <p:transition spd="med" p14:dur="699"/>
    </mc:Choice>
    <mc:Fallback>
      <p:transition spd="med"/>
    </mc:Fallback>
  </mc:AlternateContent>
  <p:txStyles>
    <p:titleStyle>
      <a:lvl1pPr algn="l" defTabSz="685800" rtl="0" eaLnBrk="1" latinLnBrk="0" hangingPunct="1">
        <a:lnSpc>
          <a:spcPct val="100000"/>
        </a:lnSpc>
        <a:spcBef>
          <a:spcPct val="0"/>
        </a:spcBef>
        <a:buNone/>
        <a:defRPr sz="2400" b="1" kern="1200">
          <a:solidFill>
            <a:schemeClr val="tx1"/>
          </a:solidFill>
          <a:latin typeface="Arial" panose="020B0604020202020204" pitchFamily="34" charset="0"/>
        </a:defRPr>
      </a:lvl1pPr>
    </p:titleStyle>
    <p:bodyStyle>
      <a:lvl1pPr marL="171450" indent="-171450" algn="l" defTabSz="685800" rtl="0" eaLnBrk="1" latinLnBrk="0" hangingPunct="1">
        <a:lnSpc>
          <a:spcPct val="130000"/>
        </a:lnSpc>
        <a:spcBef>
          <a:spcPts val="750"/>
        </a:spcBef>
        <a:buFont typeface="Arial" panose="020B0604020202020204" pitchFamily="34" charset="0"/>
        <a:buChar char="•"/>
        <a:defRPr sz="1800" kern="1200">
          <a:solidFill>
            <a:schemeClr val="tx1"/>
          </a:solidFill>
          <a:latin typeface="Arial" panose="020B0604020202020204" pitchFamily="34" charset="0"/>
        </a:defRPr>
      </a:lvl1pPr>
      <a:lvl2pPr marL="403860" indent="-154940" algn="l" defTabSz="685800" rtl="0" eaLnBrk="1" latinLnBrk="0" hangingPunct="1">
        <a:lnSpc>
          <a:spcPct val="130000"/>
        </a:lnSpc>
        <a:spcBef>
          <a:spcPts val="0"/>
        </a:spcBef>
        <a:buFont typeface="Arial" panose="020B0604020202020204" pitchFamily="34" charset="0"/>
        <a:buChar char="•"/>
        <a:defRPr sz="1500" kern="1200">
          <a:solidFill>
            <a:schemeClr val="tx1">
              <a:lumMod val="65000"/>
              <a:lumOff val="35000"/>
            </a:schemeClr>
          </a:solidFill>
          <a:latin typeface="+mn-lt"/>
        </a:defRPr>
      </a:lvl2pPr>
      <a:lvl3pPr marL="599440" indent="-121285" algn="l" defTabSz="685800" rtl="0" eaLnBrk="1" latinLnBrk="0" hangingPunct="1">
        <a:lnSpc>
          <a:spcPct val="130000"/>
        </a:lnSpc>
        <a:spcBef>
          <a:spcPts val="0"/>
        </a:spcBef>
        <a:buFont typeface="Arial" panose="020B0604020202020204" pitchFamily="34" charset="0"/>
        <a:buChar char="•"/>
        <a:defRPr sz="1350" kern="1200">
          <a:solidFill>
            <a:schemeClr val="tx1">
              <a:lumMod val="65000"/>
              <a:lumOff val="35000"/>
            </a:schemeClr>
          </a:solidFill>
          <a:latin typeface="+mn-lt"/>
        </a:defRPr>
      </a:lvl3pPr>
      <a:lvl4pPr marL="772795" indent="-111760" algn="l" defTabSz="6858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lt"/>
        </a:defRPr>
      </a:lvl4pPr>
      <a:lvl5pPr marL="926465" indent="-95250" algn="l" defTabSz="685800" rtl="0" eaLnBrk="1" latinLnBrk="0" hangingPunct="1">
        <a:lnSpc>
          <a:spcPct val="130000"/>
        </a:lnSpc>
        <a:spcBef>
          <a:spcPts val="0"/>
        </a:spcBef>
        <a:buFont typeface="Arial" panose="020B0604020202020204" pitchFamily="34" charset="0"/>
        <a:buChar char="•"/>
        <a:defRPr sz="1050" kern="1200">
          <a:solidFill>
            <a:schemeClr val="tx1">
              <a:lumMod val="65000"/>
              <a:lumOff val="35000"/>
            </a:schemeClr>
          </a:solidFill>
          <a:latin typeface="+mn-lt"/>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defRPr>
      </a:lvl1pPr>
      <a:lvl2pPr marL="342900" algn="l" defTabSz="685800" rtl="0" eaLnBrk="1" latinLnBrk="0" hangingPunct="1">
        <a:defRPr sz="1350" kern="1200">
          <a:solidFill>
            <a:schemeClr val="tx1"/>
          </a:solidFill>
          <a:latin typeface="+mn-lt"/>
        </a:defRPr>
      </a:lvl2pPr>
      <a:lvl3pPr marL="685800" algn="l" defTabSz="685800" rtl="0" eaLnBrk="1" latinLnBrk="0" hangingPunct="1">
        <a:defRPr sz="1350" kern="1200">
          <a:solidFill>
            <a:schemeClr val="tx1"/>
          </a:solidFill>
          <a:latin typeface="+mn-lt"/>
        </a:defRPr>
      </a:lvl3pPr>
      <a:lvl4pPr marL="1028700" algn="l" defTabSz="685800" rtl="0" eaLnBrk="1" latinLnBrk="0" hangingPunct="1">
        <a:defRPr sz="1350" kern="1200">
          <a:solidFill>
            <a:schemeClr val="tx1"/>
          </a:solidFill>
          <a:latin typeface="+mn-lt"/>
        </a:defRPr>
      </a:lvl4pPr>
      <a:lvl5pPr marL="1371600" algn="l" defTabSz="685800" rtl="0" eaLnBrk="1" latinLnBrk="0" hangingPunct="1">
        <a:defRPr sz="1350" kern="1200">
          <a:solidFill>
            <a:schemeClr val="tx1"/>
          </a:solidFill>
          <a:latin typeface="+mn-lt"/>
        </a:defRPr>
      </a:lvl5pPr>
      <a:lvl6pPr marL="1714500" algn="l" defTabSz="685800" rtl="0" eaLnBrk="1" latinLnBrk="0" hangingPunct="1">
        <a:defRPr sz="1350" kern="1200">
          <a:solidFill>
            <a:schemeClr val="tx1"/>
          </a:solidFill>
          <a:latin typeface="+mn-lt"/>
        </a:defRPr>
      </a:lvl6pPr>
      <a:lvl7pPr marL="2057400" algn="l" defTabSz="685800" rtl="0" eaLnBrk="1" latinLnBrk="0" hangingPunct="1">
        <a:defRPr sz="1350" kern="1200">
          <a:solidFill>
            <a:schemeClr val="tx1"/>
          </a:solidFill>
          <a:latin typeface="+mn-lt"/>
        </a:defRPr>
      </a:lvl7pPr>
      <a:lvl8pPr marL="2400300" algn="l" defTabSz="685800" rtl="0" eaLnBrk="1" latinLnBrk="0" hangingPunct="1">
        <a:defRPr sz="1350" kern="1200">
          <a:solidFill>
            <a:schemeClr val="tx1"/>
          </a:solidFill>
          <a:latin typeface="+mn-lt"/>
        </a:defRPr>
      </a:lvl8pPr>
      <a:lvl9pPr marL="2743200" algn="l" defTabSz="685800" rtl="0" eaLnBrk="1" latinLnBrk="0" hangingPunct="1">
        <a:defRPr sz="135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124.xml"/><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tags" Target="../tags/tag125.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tags" Target="../tags/tag128.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tags" Target="../tags/tag131.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tags" Target="../tags/tag134.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tags" Target="../tags/tag137.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42.xml"/><Relationship Id="rId2" Type="http://schemas.openxmlformats.org/officeDocument/2006/relationships/tags" Target="../tags/tag141.xml"/><Relationship Id="rId1" Type="http://schemas.openxmlformats.org/officeDocument/2006/relationships/tags" Target="../tags/tag140.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45.xml"/><Relationship Id="rId2" Type="http://schemas.openxmlformats.org/officeDocument/2006/relationships/tags" Target="../tags/tag144.xml"/><Relationship Id="rId1" Type="http://schemas.openxmlformats.org/officeDocument/2006/relationships/tags" Target="../tags/tag143.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48.xml"/><Relationship Id="rId2" Type="http://schemas.openxmlformats.org/officeDocument/2006/relationships/tags" Target="../tags/tag147.xml"/><Relationship Id="rId1" Type="http://schemas.openxmlformats.org/officeDocument/2006/relationships/tags" Target="../tags/tag146.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tags" Target="../tags/tag152.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tags" Target="../tags/tag155.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23.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 Type="http://schemas.openxmlformats.org/officeDocument/2006/relationships/tags" Target="../tags/tag159.xml"/><Relationship Id="rId1" Type="http://schemas.openxmlformats.org/officeDocument/2006/relationships/tags" Target="../tags/tag158.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3.xml"/><Relationship Id="rId4" Type="http://schemas.openxmlformats.org/officeDocument/2006/relationships/tags" Target="../tags/tag166.xml"/><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69.xml"/><Relationship Id="rId2" Type="http://schemas.openxmlformats.org/officeDocument/2006/relationships/tags" Target="../tags/tag168.xml"/><Relationship Id="rId1" Type="http://schemas.openxmlformats.org/officeDocument/2006/relationships/tags" Target="../tags/tag16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tags" Target="../tags/tag17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 name="标题"/>
          <p:cNvSpPr>
            <a:spLocks noGrp="1"/>
          </p:cNvSpPr>
          <p:nvPr>
            <p:ph type="ctrTitle"/>
            <p:custDataLst>
              <p:tags r:id="rId1"/>
            </p:custDataLst>
          </p:nvPr>
        </p:nvSpPr>
        <p:spPr>
          <a:xfrm>
            <a:off x="1287145" y="2145665"/>
            <a:ext cx="6569710" cy="1927225"/>
          </a:xfrm>
        </p:spPr>
        <p:txBody>
          <a:bodyPr>
            <a:noAutofit/>
          </a:bodyPr>
          <a:p>
            <a:pPr algn="ctr"/>
            <a:r>
              <a:rPr lang="en-US" sz="3000">
                <a:latin typeface="Lato" charset="0"/>
                <a:cs typeface="Lato" charset="0"/>
                <a:sym typeface="+mn-ea"/>
              </a:rPr>
              <a:t>Development of the Decentralized Biometric Identity Verification System Using Blockchain Technology and Computer Vision</a:t>
            </a:r>
            <a:endParaRPr lang="en-US" sz="3000">
              <a:latin typeface="Lato" charset="0"/>
              <a:cs typeface="Lato" charset="0"/>
              <a:sym typeface="+mn-ea"/>
            </a:endParaRPr>
          </a:p>
        </p:txBody>
      </p:sp>
      <p:sp>
        <p:nvSpPr>
          <p:cNvPr id="19" name="副标题"/>
          <p:cNvSpPr>
            <a:spLocks noGrp="1"/>
          </p:cNvSpPr>
          <p:nvPr>
            <p:ph type="subTitle" idx="1"/>
            <p:custDataLst>
              <p:tags r:id="rId2"/>
            </p:custDataLst>
          </p:nvPr>
        </p:nvSpPr>
        <p:spPr>
          <a:xfrm>
            <a:off x="322580" y="6903085"/>
            <a:ext cx="5328285" cy="728980"/>
          </a:xfrm>
        </p:spPr>
        <p:txBody>
          <a:bodyPr>
            <a:normAutofit/>
          </a:bodyPr>
          <a:p>
            <a:pPr marL="0" indent="0" algn="r">
              <a:lnSpc>
                <a:spcPct val="100000"/>
              </a:lnSpc>
              <a:spcBef>
                <a:spcPts val="750"/>
              </a:spcBef>
              <a:spcAft>
                <a:spcPts val="0"/>
              </a:spcAft>
              <a:buSzPct val="100000"/>
            </a:pPr>
            <a:r>
              <a:rPr lang="en-US" sz="1800"/>
              <a:t>Add description</a:t>
            </a:r>
            <a:endParaRPr lang="en-US" sz="1800"/>
          </a:p>
        </p:txBody>
      </p:sp>
      <p:sp>
        <p:nvSpPr>
          <p:cNvPr id="20" name="署名"/>
          <p:cNvSpPr>
            <a:spLocks noGrp="1"/>
          </p:cNvSpPr>
          <p:nvPr>
            <p:ph type="body" sz="quarter" idx="17"/>
            <p:custDataLst>
              <p:tags r:id="rId3"/>
            </p:custDataLst>
          </p:nvPr>
        </p:nvSpPr>
        <p:spPr>
          <a:xfrm>
            <a:off x="6554470" y="4453890"/>
            <a:ext cx="2032000" cy="1090295"/>
          </a:xfrm>
        </p:spPr>
        <p:txBody>
          <a:bodyPr>
            <a:normAutofit fontScale="95000"/>
          </a:bodyPr>
          <a:p>
            <a:pPr algn="l"/>
            <a:r>
              <a:rPr lang="en-US"/>
              <a:t>Kavin P</a:t>
            </a:r>
            <a:endParaRPr lang="en-US"/>
          </a:p>
          <a:p>
            <a:pPr algn="l"/>
            <a:r>
              <a:rPr lang="en-US"/>
              <a:t>Ashwin S</a:t>
            </a:r>
            <a:endParaRPr lang="en-US"/>
          </a:p>
          <a:p>
            <a:pPr algn="l"/>
            <a:r>
              <a:rPr lang="en-US"/>
              <a:t>Mouli Chandhran R</a:t>
            </a:r>
            <a:endParaRPr lang="en-US"/>
          </a:p>
          <a:p>
            <a:pPr algn="l"/>
            <a:r>
              <a:rPr lang="en-US"/>
              <a:t>Vivekananthan S</a:t>
            </a:r>
            <a:endParaRPr lang="en-US"/>
          </a:p>
        </p:txBody>
      </p:sp>
    </p:spTree>
    <p:custDataLst>
      <p:tags r:id="rId4"/>
    </p:custDataLst>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2"/>
          <p:cNvSpPr>
            <a:spLocks noGrp="1"/>
          </p:cNvSpPr>
          <p:nvPr>
            <p:custDataLst>
              <p:tags r:id="rId1"/>
            </p:custDataLst>
          </p:nvPr>
        </p:nvSpPr>
        <p:spPr>
          <a:xfrm>
            <a:off x="521970" y="1833562"/>
            <a:ext cx="8100000" cy="3655219"/>
          </a:xfrm>
          <a:prstGeom prst="rect">
            <a:avLst/>
          </a:prstGeom>
        </p:spPr>
        <p:txBody>
          <a:bodyPr vert="horz" wrap="square" lIns="91440" tIns="45720" rIns="91440" bIns="45720" rtlCol="0">
            <a:normAutofit fontScale="80000"/>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sz="2000">
                <a:solidFill>
                  <a:schemeClr val="tx1"/>
                </a:solidFill>
              </a:rPr>
              <a:t>Identity verification is critical for secure transactions in finance, government, and healthcare.</a:t>
            </a:r>
            <a:endParaRPr sz="2000">
              <a:solidFill>
                <a:schemeClr val="tx1"/>
              </a:solidFill>
            </a:endParaRPr>
          </a:p>
          <a:p>
            <a:pPr marL="0" indent="0">
              <a:buNone/>
            </a:pPr>
            <a:endParaRPr sz="2000">
              <a:solidFill>
                <a:schemeClr val="tx1"/>
              </a:solidFill>
            </a:endParaRPr>
          </a:p>
          <a:p>
            <a:r>
              <a:rPr sz="2000">
                <a:solidFill>
                  <a:schemeClr val="tx1"/>
                </a:solidFill>
              </a:rPr>
              <a:t>Centralized ID systems are vulnerable to breaches, manipulation, and single points of failure.</a:t>
            </a:r>
            <a:endParaRPr sz="2000">
              <a:solidFill>
                <a:schemeClr val="tx1"/>
              </a:solidFill>
            </a:endParaRPr>
          </a:p>
          <a:p>
            <a:pPr marL="0" indent="0">
              <a:buNone/>
            </a:pPr>
            <a:endParaRPr sz="2000">
              <a:solidFill>
                <a:schemeClr val="tx1"/>
              </a:solidFill>
            </a:endParaRPr>
          </a:p>
          <a:p>
            <a:r>
              <a:rPr sz="2000">
                <a:solidFill>
                  <a:schemeClr val="tx1"/>
                </a:solidFill>
              </a:rPr>
              <a:t>Paper contribution: Proposes a fully decentralized biometric identity verification system integrating blockchain and AI-driven computer vision.</a:t>
            </a:r>
            <a:endParaRPr sz="2000">
              <a:solidFill>
                <a:schemeClr val="tx1"/>
              </a:solidFill>
            </a:endParaRPr>
          </a:p>
          <a:p>
            <a:endParaRPr sz="2000">
              <a:solidFill>
                <a:schemeClr val="tx1"/>
              </a:solidFill>
            </a:endParaRPr>
          </a:p>
          <a:p>
            <a:r>
              <a:rPr sz="2000">
                <a:solidFill>
                  <a:schemeClr val="tx1"/>
                </a:solidFill>
              </a:rPr>
              <a:t>Elaboration: Centralized identity repositories have often been breached, exposing user data without recourse. This paper decentralizes both identity storage and verification, giving users control and leveraging blockchain’s immutability, transparency, and distributed validation.</a:t>
            </a:r>
            <a:endParaRPr sz="2000">
              <a:solidFill>
                <a:schemeClr val="tx1"/>
              </a:solidFill>
            </a:endParaRPr>
          </a:p>
        </p:txBody>
      </p:sp>
      <p:sp>
        <p:nvSpPr>
          <p:cNvPr id="10" name="Title 5"/>
          <p:cNvSpPr>
            <a:spLocks noGrp="1"/>
          </p:cNvSpPr>
          <p:nvPr>
            <p:custDataLst>
              <p:tags r:id="rId2"/>
            </p:custDataLst>
          </p:nvPr>
        </p:nvSpPr>
        <p:spPr>
          <a:xfrm>
            <a:off x="521970" y="1127250"/>
            <a:ext cx="8100000" cy="540000"/>
          </a:xfrm>
          <a:prstGeom prst="rect">
            <a:avLst/>
          </a:prstGeom>
        </p:spPr>
        <p:txBody>
          <a:bodyPr vert="horz" wrap="square" lIns="0" tIns="0" rIns="0" bIns="0" rtlCol="0" anchor="b">
            <a:normAutofit/>
          </a:bodyPr>
          <a:lstStyle>
            <a:lvl1pPr>
              <a:defRPr u="none" strike="noStrike" kern="1200" cap="none" spc="0" normalizeH="0">
                <a:solidFill>
                  <a:srgbClr val="FFFFFF"/>
                </a:solidFill>
                <a:uFillTx/>
                <a:latin typeface="+mj-lt"/>
              </a:defRPr>
            </a:lvl1pPr>
          </a:lstStyle>
          <a:p>
            <a:pPr lvl="0" algn="l">
              <a:buClrTx/>
              <a:buSzTx/>
              <a:buFontTx/>
            </a:pPr>
            <a:r>
              <a:rPr sz="2200" b="1" dirty="0">
                <a:solidFill>
                  <a:schemeClr val="tx1"/>
                </a:solidFill>
                <a:ea typeface="+mj-ea"/>
                <a:cs typeface="+mn-ea"/>
                <a:sym typeface="+mn-ea"/>
              </a:rPr>
              <a:t>Introduction</a:t>
            </a:r>
            <a:endParaRPr sz="2200" b="1" dirty="0">
              <a:solidFill>
                <a:schemeClr val="tx1"/>
              </a:solidFill>
              <a:ea typeface="+mj-ea"/>
              <a:cs typeface="+mn-ea"/>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2"/>
          <p:cNvSpPr>
            <a:spLocks noGrp="1"/>
          </p:cNvSpPr>
          <p:nvPr>
            <p:custDataLst>
              <p:tags r:id="rId1"/>
            </p:custDataLst>
          </p:nvPr>
        </p:nvSpPr>
        <p:spPr>
          <a:xfrm>
            <a:off x="521970" y="1833562"/>
            <a:ext cx="8100000" cy="3655219"/>
          </a:xfrm>
          <a:prstGeom prst="rect">
            <a:avLst/>
          </a:prstGeom>
        </p:spPr>
        <p:txBody>
          <a:bodyPr vert="horz" wrap="square" lIns="91440" tIns="45720" rIns="91440" bIns="45720" rtlCol="0">
            <a:normAutofit fontScale="90000" lnSpcReduction="10000"/>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fontAlgn="auto">
              <a:spcBef>
                <a:spcPts val="0"/>
              </a:spcBef>
            </a:pPr>
            <a:r>
              <a:rPr sz="2000">
                <a:solidFill>
                  <a:schemeClr val="tx1"/>
                </a:solidFill>
              </a:rPr>
              <a:t>Novelty: Decentralized biometric ID system combining blockchain and AI-based computer vision</a:t>
            </a:r>
            <a:r>
              <a:rPr lang="en-US" sz="2000">
                <a:solidFill>
                  <a:schemeClr val="tx1"/>
                </a:solidFill>
              </a:rPr>
              <a:t> with ZKP and off-chain storage</a:t>
            </a:r>
            <a:r>
              <a:rPr sz="2000">
                <a:solidFill>
                  <a:schemeClr val="tx1"/>
                </a:solidFill>
              </a:rPr>
              <a:t>.</a:t>
            </a:r>
            <a:endParaRPr sz="2000">
              <a:solidFill>
                <a:schemeClr val="tx1"/>
              </a:solidFill>
            </a:endParaRPr>
          </a:p>
          <a:p>
            <a:pPr marL="0" indent="0" fontAlgn="auto">
              <a:spcBef>
                <a:spcPts val="0"/>
              </a:spcBef>
              <a:buNone/>
            </a:pPr>
            <a:endParaRPr sz="2000">
              <a:solidFill>
                <a:schemeClr val="tx1"/>
              </a:solidFill>
            </a:endParaRPr>
          </a:p>
          <a:p>
            <a:pPr fontAlgn="auto">
              <a:spcBef>
                <a:spcPts val="0"/>
              </a:spcBef>
            </a:pPr>
            <a:r>
              <a:rPr sz="2000">
                <a:solidFill>
                  <a:schemeClr val="tx1"/>
                </a:solidFill>
              </a:rPr>
              <a:t>Key elements: CNNs for biometrics, multi-modal fusion (face, fingerprint, iris), Solidity smart contracts, encrypted templates.</a:t>
            </a:r>
            <a:endParaRPr sz="2000">
              <a:solidFill>
                <a:schemeClr val="tx1"/>
              </a:solidFill>
            </a:endParaRPr>
          </a:p>
          <a:p>
            <a:pPr marL="0" indent="0" fontAlgn="auto">
              <a:spcBef>
                <a:spcPts val="0"/>
              </a:spcBef>
              <a:buNone/>
            </a:pPr>
            <a:endParaRPr sz="2000">
              <a:solidFill>
                <a:schemeClr val="tx1"/>
              </a:solidFill>
            </a:endParaRPr>
          </a:p>
          <a:p>
            <a:pPr fontAlgn="auto">
              <a:spcBef>
                <a:spcPts val="0"/>
              </a:spcBef>
            </a:pPr>
            <a:r>
              <a:rPr sz="2000">
                <a:solidFill>
                  <a:schemeClr val="tx1"/>
                </a:solidFill>
              </a:rPr>
              <a:t>Blockchain ensures immutability, transparency, and tamper-resistance.</a:t>
            </a:r>
            <a:endParaRPr sz="2000">
              <a:solidFill>
                <a:schemeClr val="tx1"/>
              </a:solidFill>
            </a:endParaRPr>
          </a:p>
          <a:p>
            <a:pPr fontAlgn="auto">
              <a:spcBef>
                <a:spcPts val="0"/>
              </a:spcBef>
            </a:pPr>
            <a:endParaRPr sz="2000">
              <a:solidFill>
                <a:schemeClr val="tx1"/>
              </a:solidFill>
            </a:endParaRPr>
          </a:p>
          <a:p>
            <a:pPr fontAlgn="auto">
              <a:spcBef>
                <a:spcPts val="0"/>
              </a:spcBef>
            </a:pPr>
            <a:r>
              <a:rPr sz="2000">
                <a:solidFill>
                  <a:schemeClr val="tx1"/>
                </a:solidFill>
              </a:rPr>
              <a:t>Elaboration: Integration of blockchain, AI, and multi-modal biometrics provides strong anti-fraud protection. Smart contracts automate verification and management, reducing human intervention while improving compliance and efficiency.</a:t>
            </a:r>
            <a:endParaRPr sz="2000">
              <a:solidFill>
                <a:schemeClr val="tx1"/>
              </a:solidFill>
            </a:endParaRPr>
          </a:p>
        </p:txBody>
      </p:sp>
      <p:sp>
        <p:nvSpPr>
          <p:cNvPr id="10" name="Title 6"/>
          <p:cNvSpPr>
            <a:spLocks noGrp="1"/>
          </p:cNvSpPr>
          <p:nvPr>
            <p:custDataLst>
              <p:tags r:id="rId2"/>
            </p:custDataLst>
          </p:nvPr>
        </p:nvSpPr>
        <p:spPr>
          <a:xfrm>
            <a:off x="521970" y="1127250"/>
            <a:ext cx="8100000" cy="540000"/>
          </a:xfrm>
          <a:prstGeom prst="rect">
            <a:avLst/>
          </a:prstGeom>
        </p:spPr>
        <p:txBody>
          <a:bodyPr vert="horz" wrap="square" lIns="0" tIns="0" rIns="0" bIns="0" rtlCol="0" anchor="b">
            <a:normAutofit/>
          </a:bodyPr>
          <a:lstStyle>
            <a:lvl1pPr>
              <a:defRPr u="none" strike="noStrike" kern="1200" cap="none" spc="0" normalizeH="0">
                <a:solidFill>
                  <a:srgbClr val="FFFFFF"/>
                </a:solidFill>
                <a:uFillTx/>
                <a:latin typeface="+mj-lt"/>
              </a:defRPr>
            </a:lvl1pPr>
          </a:lstStyle>
          <a:p>
            <a:pPr lvl="0" algn="l">
              <a:buClrTx/>
              <a:buSzTx/>
              <a:buFontTx/>
            </a:pPr>
            <a:r>
              <a:rPr sz="2200" b="1" dirty="0">
                <a:solidFill>
                  <a:schemeClr val="tx1"/>
                </a:solidFill>
                <a:ea typeface="+mj-ea"/>
                <a:cs typeface="+mn-ea"/>
                <a:sym typeface="+mn-ea"/>
              </a:rPr>
              <a:t>Abstract &amp; Core Ideas</a:t>
            </a:r>
            <a:endParaRPr sz="2200" b="1" dirty="0">
              <a:solidFill>
                <a:schemeClr val="tx1"/>
              </a:solidFill>
              <a:ea typeface="+mj-ea"/>
              <a:cs typeface="+mn-ea"/>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2"/>
          <p:cNvSpPr>
            <a:spLocks noGrp="1"/>
          </p:cNvSpPr>
          <p:nvPr>
            <p:custDataLst>
              <p:tags r:id="rId1"/>
            </p:custDataLst>
          </p:nvPr>
        </p:nvSpPr>
        <p:spPr>
          <a:xfrm>
            <a:off x="521970" y="1833562"/>
            <a:ext cx="8100000" cy="3655219"/>
          </a:xfrm>
          <a:prstGeom prst="rect">
            <a:avLst/>
          </a:prstGeom>
        </p:spPr>
        <p:txBody>
          <a:bodyPr vert="horz" wrap="square" lIns="91440" tIns="45720" rIns="91440" bIns="45720" rtlCol="0">
            <a:normAutofit fontScale="90000" lnSpcReduction="10000"/>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sz="1800">
                <a:solidFill>
                  <a:schemeClr val="tx1"/>
                </a:solidFill>
              </a:rPr>
              <a:t>User registers by submitting biometric data (face, fingerprint, iris).</a:t>
            </a:r>
            <a:endParaRPr sz="1800">
              <a:solidFill>
                <a:schemeClr val="tx1"/>
              </a:solidFill>
            </a:endParaRPr>
          </a:p>
          <a:p>
            <a:pPr marL="0" indent="0">
              <a:buNone/>
            </a:pPr>
            <a:endParaRPr sz="1800">
              <a:solidFill>
                <a:schemeClr val="tx1"/>
              </a:solidFill>
            </a:endParaRPr>
          </a:p>
          <a:p>
            <a:r>
              <a:rPr sz="1800">
                <a:solidFill>
                  <a:schemeClr val="tx1"/>
                </a:solidFill>
              </a:rPr>
              <a:t>AI extracts features (CNN embeddings), encrypts, and submits to blockchain.</a:t>
            </a:r>
            <a:endParaRPr sz="1800">
              <a:solidFill>
                <a:schemeClr val="tx1"/>
              </a:solidFill>
            </a:endParaRPr>
          </a:p>
          <a:p>
            <a:pPr marL="0" indent="0">
              <a:buNone/>
            </a:pPr>
            <a:endParaRPr sz="1800">
              <a:solidFill>
                <a:schemeClr val="tx1"/>
              </a:solidFill>
            </a:endParaRPr>
          </a:p>
          <a:p>
            <a:r>
              <a:rPr sz="1800">
                <a:solidFill>
                  <a:schemeClr val="tx1"/>
                </a:solidFill>
              </a:rPr>
              <a:t>Smart contracts manage storage, access, and verification.</a:t>
            </a:r>
            <a:endParaRPr sz="1800">
              <a:solidFill>
                <a:schemeClr val="tx1"/>
              </a:solidFill>
            </a:endParaRPr>
          </a:p>
          <a:p>
            <a:pPr marL="0" indent="0">
              <a:buNone/>
            </a:pPr>
            <a:endParaRPr sz="1800">
              <a:solidFill>
                <a:schemeClr val="tx1"/>
              </a:solidFill>
            </a:endParaRPr>
          </a:p>
          <a:p>
            <a:r>
              <a:rPr sz="1800">
                <a:solidFill>
                  <a:schemeClr val="tx1"/>
                </a:solidFill>
              </a:rPr>
              <a:t>On authentication, biometrics are re-captured, matched, and results logged on-chain.</a:t>
            </a:r>
            <a:endParaRPr sz="1800">
              <a:solidFill>
                <a:schemeClr val="tx1"/>
              </a:solidFill>
            </a:endParaRPr>
          </a:p>
          <a:p>
            <a:endParaRPr sz="1800">
              <a:solidFill>
                <a:schemeClr val="tx1"/>
              </a:solidFill>
            </a:endParaRPr>
          </a:p>
          <a:p>
            <a:r>
              <a:rPr sz="1800">
                <a:solidFill>
                  <a:schemeClr val="tx1"/>
                </a:solidFill>
              </a:rPr>
              <a:t>Elaboration: Only encrypted templates or hashes are stored. Smart contracts ensure strict rules for verification, providing an immutable and transparent audit trail.</a:t>
            </a:r>
            <a:endParaRPr sz="1800">
              <a:solidFill>
                <a:schemeClr val="tx1"/>
              </a:solidFill>
            </a:endParaRPr>
          </a:p>
        </p:txBody>
      </p:sp>
      <p:sp>
        <p:nvSpPr>
          <p:cNvPr id="10" name="Title 6"/>
          <p:cNvSpPr>
            <a:spLocks noGrp="1"/>
          </p:cNvSpPr>
          <p:nvPr>
            <p:custDataLst>
              <p:tags r:id="rId2"/>
            </p:custDataLst>
          </p:nvPr>
        </p:nvSpPr>
        <p:spPr>
          <a:xfrm>
            <a:off x="521970" y="1127250"/>
            <a:ext cx="8100000" cy="540000"/>
          </a:xfrm>
          <a:prstGeom prst="rect">
            <a:avLst/>
          </a:prstGeom>
        </p:spPr>
        <p:txBody>
          <a:bodyPr vert="horz" wrap="square" lIns="0" tIns="0" rIns="0" bIns="0" rtlCol="0" anchor="b">
            <a:normAutofit/>
          </a:bodyPr>
          <a:lstStyle>
            <a:lvl1pPr>
              <a:defRPr u="none" strike="noStrike" kern="1200" cap="none" spc="0" normalizeH="0">
                <a:solidFill>
                  <a:srgbClr val="FFFFFF"/>
                </a:solidFill>
                <a:uFillTx/>
                <a:latin typeface="+mj-lt"/>
              </a:defRPr>
            </a:lvl1pPr>
          </a:lstStyle>
          <a:p>
            <a:pPr lvl="0" algn="l">
              <a:buClrTx/>
              <a:buSzTx/>
              <a:buFontTx/>
            </a:pPr>
            <a:r>
              <a:rPr sz="2200" b="1" dirty="0">
                <a:solidFill>
                  <a:schemeClr val="tx1"/>
                </a:solidFill>
                <a:ea typeface="+mj-ea"/>
                <a:cs typeface="+mn-ea"/>
                <a:sym typeface="+mn-ea"/>
              </a:rPr>
              <a:t>System Workflow</a:t>
            </a:r>
            <a:endParaRPr sz="2200" b="1" dirty="0">
              <a:solidFill>
                <a:schemeClr val="tx1"/>
              </a:solidFill>
              <a:ea typeface="+mj-ea"/>
              <a:cs typeface="+mn-ea"/>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Content Placeholder 2"/>
          <p:cNvSpPr>
            <a:spLocks noGrp="1"/>
          </p:cNvSpPr>
          <p:nvPr>
            <p:custDataLst>
              <p:tags r:id="rId1"/>
            </p:custDataLst>
          </p:nvPr>
        </p:nvSpPr>
        <p:spPr>
          <a:xfrm>
            <a:off x="457200" y="1600200"/>
            <a:ext cx="8229600" cy="4525963"/>
          </a:xfrm>
          <a:prstGeom prst="rect">
            <a:avLst/>
          </a:prstGeom>
        </p:spPr>
        <p:txBody>
          <a:bodyPr vert="horz" wrap="square" lIns="91440" tIns="45720" rIns="91440" bIns="45720" rtlCol="0">
            <a:norm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endParaRPr sz="1600">
              <a:solidFill>
                <a:schemeClr val="tx1"/>
              </a:solidFill>
            </a:endParaRPr>
          </a:p>
          <a:p>
            <a:r>
              <a:rPr sz="1600">
                <a:solidFill>
                  <a:schemeClr val="tx1"/>
                </a:solidFill>
              </a:rPr>
              <a:t>Supported modalities: Face, Fingerprint, Iris.</a:t>
            </a:r>
            <a:endParaRPr sz="1600">
              <a:solidFill>
                <a:schemeClr val="tx1"/>
              </a:solidFill>
            </a:endParaRPr>
          </a:p>
          <a:p>
            <a:pPr marL="0" indent="0">
              <a:buNone/>
            </a:pPr>
            <a:endParaRPr sz="1600">
              <a:solidFill>
                <a:schemeClr val="tx1"/>
              </a:solidFill>
            </a:endParaRPr>
          </a:p>
          <a:p>
            <a:r>
              <a:rPr sz="1600">
                <a:solidFill>
                  <a:schemeClr val="tx1"/>
                </a:solidFill>
              </a:rPr>
              <a:t>AI-powered CNNs process each modality, generating encrypted templates.</a:t>
            </a:r>
            <a:endParaRPr sz="1600">
              <a:solidFill>
                <a:schemeClr val="tx1"/>
              </a:solidFill>
            </a:endParaRPr>
          </a:p>
          <a:p>
            <a:pPr marL="0" indent="0">
              <a:buNone/>
            </a:pPr>
            <a:endParaRPr sz="1600">
              <a:solidFill>
                <a:schemeClr val="tx1"/>
              </a:solidFill>
            </a:endParaRPr>
          </a:p>
          <a:p>
            <a:r>
              <a:rPr sz="1600">
                <a:solidFill>
                  <a:schemeClr val="tx1"/>
                </a:solidFill>
              </a:rPr>
              <a:t>Fusion of multiple biometrics increases accuracy and resilience.</a:t>
            </a:r>
            <a:endParaRPr sz="1600">
              <a:solidFill>
                <a:schemeClr val="tx1"/>
              </a:solidFill>
            </a:endParaRPr>
          </a:p>
          <a:p>
            <a:endParaRPr sz="1600">
              <a:solidFill>
                <a:schemeClr val="tx1"/>
              </a:solidFill>
            </a:endParaRPr>
          </a:p>
          <a:p>
            <a:r>
              <a:rPr sz="1600">
                <a:solidFill>
                  <a:schemeClr val="tx1"/>
                </a:solidFill>
              </a:rPr>
              <a:t>Elaboration: Multi-modal systems greatly reduce errors compared to single-mode systems. This approach lowers False Acceptance and False Rejection rates and resists spoofing or poor data quality.</a:t>
            </a:r>
            <a:endParaRPr sz="1600">
              <a:solidFill>
                <a:schemeClr val="tx1"/>
              </a:solidFill>
            </a:endParaRPr>
          </a:p>
        </p:txBody>
      </p:sp>
      <p:sp>
        <p:nvSpPr>
          <p:cNvPr id="11" name="Title 7"/>
          <p:cNvSpPr>
            <a:spLocks noGrp="1"/>
          </p:cNvSpPr>
          <p:nvPr>
            <p:custDataLst>
              <p:tags r:id="rId2"/>
            </p:custDataLst>
          </p:nvPr>
        </p:nvSpPr>
        <p:spPr>
          <a:xfrm>
            <a:off x="521970" y="1127250"/>
            <a:ext cx="8100000" cy="540000"/>
          </a:xfrm>
          <a:prstGeom prst="rect">
            <a:avLst/>
          </a:prstGeom>
        </p:spPr>
        <p:txBody>
          <a:bodyPr vert="horz" wrap="square" lIns="0" tIns="0" rIns="0" bIns="0" rtlCol="0" anchor="b">
            <a:normAutofit/>
          </a:bodyPr>
          <a:lstStyle>
            <a:lvl1pPr>
              <a:defRPr u="none" strike="noStrike" kern="1200" cap="none" spc="0" normalizeH="0">
                <a:solidFill>
                  <a:srgbClr val="FFFFFF"/>
                </a:solidFill>
                <a:uFillTx/>
                <a:latin typeface="+mj-lt"/>
              </a:defRPr>
            </a:lvl1pPr>
          </a:lstStyle>
          <a:p>
            <a:pPr lvl="0" algn="l">
              <a:buClrTx/>
              <a:buSzTx/>
              <a:buFontTx/>
            </a:pPr>
            <a:r>
              <a:rPr sz="2200" b="1" dirty="0">
                <a:solidFill>
                  <a:schemeClr val="tx1"/>
                </a:solidFill>
                <a:ea typeface="+mj-ea"/>
                <a:cs typeface="+mn-ea"/>
                <a:sym typeface="+mn-ea"/>
              </a:rPr>
              <a:t>Multi-Modal Biometric Integration</a:t>
            </a:r>
            <a:endParaRPr sz="2200" b="1" dirty="0">
              <a:solidFill>
                <a:schemeClr val="tx1"/>
              </a:solidFill>
              <a:ea typeface="+mj-ea"/>
              <a:cs typeface="+mn-ea"/>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2"/>
          <p:cNvSpPr>
            <a:spLocks noGrp="1"/>
          </p:cNvSpPr>
          <p:nvPr>
            <p:custDataLst>
              <p:tags r:id="rId1"/>
            </p:custDataLst>
          </p:nvPr>
        </p:nvSpPr>
        <p:spPr>
          <a:xfrm>
            <a:off x="521970" y="1833562"/>
            <a:ext cx="8100000" cy="3655219"/>
          </a:xfrm>
          <a:prstGeom prst="rect">
            <a:avLst/>
          </a:prstGeom>
        </p:spPr>
        <p:txBody>
          <a:bodyPr vert="horz" wrap="square" lIns="91440" tIns="45720" rIns="91440" bIns="45720" rtlCol="0">
            <a:normAutofit lnSpcReduction="10000"/>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sz="1600">
                <a:solidFill>
                  <a:schemeClr val="tx1"/>
                </a:solidFill>
              </a:rPr>
              <a:t>Private blockchain (Ethereum/Hyperledger) ensures controlled validation.</a:t>
            </a:r>
            <a:endParaRPr sz="1600">
              <a:solidFill>
                <a:schemeClr val="tx1"/>
              </a:solidFill>
            </a:endParaRPr>
          </a:p>
          <a:p>
            <a:pPr marL="0" indent="0">
              <a:buNone/>
            </a:pPr>
            <a:endParaRPr sz="1600">
              <a:solidFill>
                <a:schemeClr val="tx1"/>
              </a:solidFill>
            </a:endParaRPr>
          </a:p>
          <a:p>
            <a:r>
              <a:rPr sz="1600">
                <a:solidFill>
                  <a:schemeClr val="tx1"/>
                </a:solidFill>
              </a:rPr>
              <a:t>Smart contracts in Solidity manage biometric templates and access.</a:t>
            </a:r>
            <a:endParaRPr sz="1600">
              <a:solidFill>
                <a:schemeClr val="tx1"/>
              </a:solidFill>
            </a:endParaRPr>
          </a:p>
          <a:p>
            <a:pPr marL="0" indent="0">
              <a:buNone/>
            </a:pPr>
            <a:endParaRPr sz="1600">
              <a:solidFill>
                <a:schemeClr val="tx1"/>
              </a:solidFill>
            </a:endParaRPr>
          </a:p>
          <a:p>
            <a:r>
              <a:rPr sz="1600">
                <a:solidFill>
                  <a:schemeClr val="tx1"/>
                </a:solidFill>
              </a:rPr>
              <a:t>Only encrypted templates or hashes stored on-chain; larger data offloaded to IPFS</a:t>
            </a:r>
            <a:r>
              <a:rPr lang="en-US" sz="1600">
                <a:solidFill>
                  <a:schemeClr val="tx1"/>
                </a:solidFill>
              </a:rPr>
              <a:t>.</a:t>
            </a:r>
            <a:endParaRPr lang="en-US" sz="1600">
              <a:solidFill>
                <a:schemeClr val="tx1"/>
              </a:solidFill>
            </a:endParaRPr>
          </a:p>
          <a:p>
            <a:pPr marL="0" indent="0">
              <a:buNone/>
            </a:pPr>
            <a:endParaRPr sz="1600">
              <a:solidFill>
                <a:schemeClr val="tx1"/>
              </a:solidFill>
            </a:endParaRPr>
          </a:p>
          <a:p>
            <a:r>
              <a:rPr sz="1600">
                <a:solidFill>
                  <a:schemeClr val="tx1"/>
                </a:solidFill>
              </a:rPr>
              <a:t>Immutability ensures no tampering without consensus.</a:t>
            </a:r>
            <a:endParaRPr sz="1600">
              <a:solidFill>
                <a:schemeClr val="tx1"/>
              </a:solidFill>
            </a:endParaRPr>
          </a:p>
          <a:p>
            <a:endParaRPr sz="1600">
              <a:solidFill>
                <a:schemeClr val="tx1"/>
              </a:solidFill>
            </a:endParaRPr>
          </a:p>
          <a:p>
            <a:r>
              <a:rPr sz="1600">
                <a:solidFill>
                  <a:schemeClr val="tx1"/>
                </a:solidFill>
              </a:rPr>
              <a:t>Elaboration: Smart contracts enforce access rules. Validators are trusted institutions. On-chain hashes ensure privacy while off-chain storage addresses scalability issues.</a:t>
            </a:r>
            <a:endParaRPr sz="1600">
              <a:solidFill>
                <a:schemeClr val="tx1"/>
              </a:solidFill>
            </a:endParaRPr>
          </a:p>
        </p:txBody>
      </p:sp>
      <p:sp>
        <p:nvSpPr>
          <p:cNvPr id="10" name="Title 6"/>
          <p:cNvSpPr>
            <a:spLocks noGrp="1"/>
          </p:cNvSpPr>
          <p:nvPr>
            <p:custDataLst>
              <p:tags r:id="rId2"/>
            </p:custDataLst>
          </p:nvPr>
        </p:nvSpPr>
        <p:spPr>
          <a:xfrm>
            <a:off x="521970" y="1127250"/>
            <a:ext cx="8100000" cy="540000"/>
          </a:xfrm>
          <a:prstGeom prst="rect">
            <a:avLst/>
          </a:prstGeom>
        </p:spPr>
        <p:txBody>
          <a:bodyPr vert="horz" wrap="square" lIns="0" tIns="0" rIns="0" bIns="0" rtlCol="0" anchor="b">
            <a:normAutofit/>
          </a:bodyPr>
          <a:lstStyle>
            <a:lvl1pPr>
              <a:defRPr u="none" strike="noStrike" kern="1200" cap="none" spc="0" normalizeH="0">
                <a:solidFill>
                  <a:srgbClr val="FFFFFF"/>
                </a:solidFill>
                <a:uFillTx/>
                <a:latin typeface="+mj-lt"/>
              </a:defRPr>
            </a:lvl1pPr>
          </a:lstStyle>
          <a:p>
            <a:pPr lvl="0" algn="l">
              <a:buClrTx/>
              <a:buSzTx/>
              <a:buFontTx/>
            </a:pPr>
            <a:r>
              <a:rPr sz="2200" b="1" dirty="0">
                <a:solidFill>
                  <a:schemeClr val="tx1"/>
                </a:solidFill>
                <a:ea typeface="+mj-ea"/>
                <a:cs typeface="+mn-ea"/>
                <a:sym typeface="+mn-ea"/>
              </a:rPr>
              <a:t>Blockchain Integration &amp; Smart Contracts</a:t>
            </a:r>
            <a:endParaRPr sz="2200" b="1" dirty="0">
              <a:solidFill>
                <a:schemeClr val="tx1"/>
              </a:solidFill>
              <a:ea typeface="+mj-ea"/>
              <a:cs typeface="+mn-ea"/>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2"/>
          <p:cNvSpPr>
            <a:spLocks noGrp="1"/>
          </p:cNvSpPr>
          <p:nvPr>
            <p:custDataLst>
              <p:tags r:id="rId1"/>
            </p:custDataLst>
          </p:nvPr>
        </p:nvSpPr>
        <p:spPr>
          <a:xfrm>
            <a:off x="521970" y="1833562"/>
            <a:ext cx="8100000" cy="3655219"/>
          </a:xfrm>
          <a:prstGeom prst="rect">
            <a:avLst/>
          </a:prstGeom>
        </p:spPr>
        <p:txBody>
          <a:bodyPr vert="horz" wrap="square" lIns="91440" tIns="45720" rIns="91440" bIns="45720" rtlCol="0">
            <a:norm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sz="1600">
                <a:solidFill>
                  <a:schemeClr val="tx1"/>
                </a:solidFill>
              </a:rPr>
              <a:t>CNNs extract robust face/iris features.</a:t>
            </a:r>
            <a:endParaRPr sz="1600">
              <a:solidFill>
                <a:schemeClr val="tx1"/>
              </a:solidFill>
            </a:endParaRPr>
          </a:p>
          <a:p>
            <a:pPr marL="0" indent="0">
              <a:buNone/>
            </a:pPr>
            <a:endParaRPr sz="1600">
              <a:solidFill>
                <a:schemeClr val="tx1"/>
              </a:solidFill>
            </a:endParaRPr>
          </a:p>
          <a:p>
            <a:r>
              <a:rPr sz="1600">
                <a:solidFill>
                  <a:schemeClr val="tx1"/>
                </a:solidFill>
              </a:rPr>
              <a:t>Preprocessing includes normalization, liveness detection, contrast enhancement.</a:t>
            </a:r>
            <a:endParaRPr sz="1600">
              <a:solidFill>
                <a:schemeClr val="tx1"/>
              </a:solidFill>
            </a:endParaRPr>
          </a:p>
          <a:p>
            <a:pPr marL="0" indent="0">
              <a:buNone/>
            </a:pPr>
            <a:endParaRPr sz="1600">
              <a:solidFill>
                <a:schemeClr val="tx1"/>
              </a:solidFill>
            </a:endParaRPr>
          </a:p>
          <a:p>
            <a:r>
              <a:rPr sz="1600">
                <a:solidFill>
                  <a:schemeClr val="tx1"/>
                </a:solidFill>
              </a:rPr>
              <a:t>Models trained on large datasets to ensure accuracy and anti-spoofing.</a:t>
            </a:r>
            <a:endParaRPr sz="1600">
              <a:solidFill>
                <a:schemeClr val="tx1"/>
              </a:solidFill>
            </a:endParaRPr>
          </a:p>
          <a:p>
            <a:pPr marL="0" indent="0">
              <a:buNone/>
            </a:pPr>
            <a:endParaRPr sz="1600">
              <a:solidFill>
                <a:schemeClr val="tx1"/>
              </a:solidFill>
            </a:endParaRPr>
          </a:p>
          <a:p>
            <a:r>
              <a:rPr sz="1600">
                <a:solidFill>
                  <a:schemeClr val="tx1"/>
                </a:solidFill>
              </a:rPr>
              <a:t>Multi-modal fusion improves overall reliability.</a:t>
            </a:r>
            <a:endParaRPr sz="1600">
              <a:solidFill>
                <a:schemeClr val="tx1"/>
              </a:solidFill>
            </a:endParaRPr>
          </a:p>
          <a:p>
            <a:endParaRPr sz="1600">
              <a:solidFill>
                <a:schemeClr val="tx1"/>
              </a:solidFill>
            </a:endParaRPr>
          </a:p>
          <a:p>
            <a:r>
              <a:rPr sz="1600">
                <a:solidFill>
                  <a:schemeClr val="tx1"/>
                </a:solidFill>
              </a:rPr>
              <a:t>Elaboration: Deep learning embeddings allow secure storage and efficient comparison with very low Equal Error Rates (EER &lt;0.1%).</a:t>
            </a:r>
            <a:endParaRPr sz="1600">
              <a:solidFill>
                <a:schemeClr val="tx1"/>
              </a:solidFill>
            </a:endParaRPr>
          </a:p>
        </p:txBody>
      </p:sp>
      <p:sp>
        <p:nvSpPr>
          <p:cNvPr id="10" name="Title 6"/>
          <p:cNvSpPr>
            <a:spLocks noGrp="1"/>
          </p:cNvSpPr>
          <p:nvPr>
            <p:custDataLst>
              <p:tags r:id="rId2"/>
            </p:custDataLst>
          </p:nvPr>
        </p:nvSpPr>
        <p:spPr>
          <a:xfrm>
            <a:off x="521970" y="1127250"/>
            <a:ext cx="8100000" cy="540000"/>
          </a:xfrm>
          <a:prstGeom prst="rect">
            <a:avLst/>
          </a:prstGeom>
        </p:spPr>
        <p:txBody>
          <a:bodyPr vert="horz" wrap="square" lIns="0" tIns="0" rIns="0" bIns="0" rtlCol="0" anchor="b">
            <a:normAutofit/>
          </a:bodyPr>
          <a:lstStyle>
            <a:lvl1pPr>
              <a:defRPr u="none" strike="noStrike" kern="1200" cap="none" spc="0" normalizeH="0">
                <a:solidFill>
                  <a:srgbClr val="FFFFFF"/>
                </a:solidFill>
                <a:uFillTx/>
                <a:latin typeface="+mj-lt"/>
              </a:defRPr>
            </a:lvl1pPr>
          </a:lstStyle>
          <a:p>
            <a:pPr lvl="0" algn="l">
              <a:buClrTx/>
              <a:buSzTx/>
              <a:buFontTx/>
            </a:pPr>
            <a:r>
              <a:rPr sz="2200" b="1" dirty="0">
                <a:solidFill>
                  <a:schemeClr val="tx1"/>
                </a:solidFill>
                <a:ea typeface="+mj-ea"/>
                <a:cs typeface="+mn-ea"/>
                <a:sym typeface="+mn-ea"/>
              </a:rPr>
              <a:t>Computer Vision &amp; AI for Biometric Analysis</a:t>
            </a:r>
            <a:endParaRPr sz="2200" b="1" dirty="0">
              <a:solidFill>
                <a:schemeClr val="tx1"/>
              </a:solidFill>
              <a:ea typeface="+mj-ea"/>
              <a:cs typeface="+mn-ea"/>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2"/>
          <p:cNvSpPr>
            <a:spLocks noGrp="1"/>
          </p:cNvSpPr>
          <p:nvPr>
            <p:custDataLst>
              <p:tags r:id="rId1"/>
            </p:custDataLst>
          </p:nvPr>
        </p:nvSpPr>
        <p:spPr>
          <a:xfrm>
            <a:off x="521970" y="1833562"/>
            <a:ext cx="8100000" cy="3655219"/>
          </a:xfrm>
          <a:prstGeom prst="rect">
            <a:avLst/>
          </a:prstGeom>
        </p:spPr>
        <p:txBody>
          <a:bodyPr vert="horz" wrap="square" lIns="91440" tIns="45720" rIns="91440" bIns="45720" rtlCol="0">
            <a:norm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sz="1600">
                <a:solidFill>
                  <a:schemeClr val="tx1"/>
                </a:solidFill>
              </a:rPr>
              <a:t>Immutability: Blockchain prevents retroactive alteration.</a:t>
            </a:r>
            <a:endParaRPr sz="1600">
              <a:solidFill>
                <a:schemeClr val="tx1"/>
              </a:solidFill>
            </a:endParaRPr>
          </a:p>
          <a:p>
            <a:pPr marL="0" indent="0">
              <a:buNone/>
            </a:pPr>
            <a:endParaRPr sz="1600">
              <a:solidFill>
                <a:schemeClr val="tx1"/>
              </a:solidFill>
            </a:endParaRPr>
          </a:p>
          <a:p>
            <a:r>
              <a:rPr sz="1600">
                <a:solidFill>
                  <a:schemeClr val="tx1"/>
                </a:solidFill>
              </a:rPr>
              <a:t>Encryption: AES-256, RSA/ECC secure templates.</a:t>
            </a:r>
            <a:endParaRPr sz="1600">
              <a:solidFill>
                <a:schemeClr val="tx1"/>
              </a:solidFill>
            </a:endParaRPr>
          </a:p>
          <a:p>
            <a:pPr marL="0" indent="0">
              <a:buNone/>
            </a:pPr>
            <a:endParaRPr sz="1600">
              <a:solidFill>
                <a:schemeClr val="tx1"/>
              </a:solidFill>
            </a:endParaRPr>
          </a:p>
          <a:p>
            <a:r>
              <a:rPr sz="1600">
                <a:solidFill>
                  <a:schemeClr val="tx1"/>
                </a:solidFill>
              </a:rPr>
              <a:t>Tamper-resistance via consensus and cryptography.</a:t>
            </a:r>
            <a:endParaRPr sz="1600">
              <a:solidFill>
                <a:schemeClr val="tx1"/>
              </a:solidFill>
            </a:endParaRPr>
          </a:p>
          <a:p>
            <a:pPr marL="0" indent="0">
              <a:buNone/>
            </a:pPr>
            <a:endParaRPr sz="1600">
              <a:solidFill>
                <a:schemeClr val="tx1"/>
              </a:solidFill>
            </a:endParaRPr>
          </a:p>
          <a:p>
            <a:r>
              <a:rPr sz="1600">
                <a:solidFill>
                  <a:schemeClr val="tx1"/>
                </a:solidFill>
              </a:rPr>
              <a:t>Privacy-by-design: No raw biometric images stored.</a:t>
            </a:r>
            <a:endParaRPr sz="1600">
              <a:solidFill>
                <a:schemeClr val="tx1"/>
              </a:solidFill>
            </a:endParaRPr>
          </a:p>
          <a:p>
            <a:pPr marL="0" indent="0">
              <a:buNone/>
            </a:pPr>
            <a:endParaRPr sz="1600">
              <a:solidFill>
                <a:schemeClr val="tx1"/>
              </a:solidFill>
            </a:endParaRPr>
          </a:p>
          <a:p>
            <a:r>
              <a:rPr sz="1600">
                <a:solidFill>
                  <a:schemeClr val="tx1"/>
                </a:solidFill>
              </a:rPr>
              <a:t>Access controlled via smart contracts; user consent enforced.</a:t>
            </a:r>
            <a:endParaRPr sz="1600">
              <a:solidFill>
                <a:schemeClr val="tx1"/>
              </a:solidFill>
            </a:endParaRPr>
          </a:p>
          <a:p>
            <a:endParaRPr sz="1600">
              <a:solidFill>
                <a:schemeClr val="tx1"/>
              </a:solidFill>
            </a:endParaRPr>
          </a:p>
          <a:p>
            <a:r>
              <a:rPr sz="1600">
                <a:solidFill>
                  <a:schemeClr val="tx1"/>
                </a:solidFill>
              </a:rPr>
              <a:t>Elaboration: Users control data through cryptographic consent. Zero-knowledge proofs and selective disclosure ensure regulatory compliance.</a:t>
            </a:r>
            <a:endParaRPr sz="1600">
              <a:solidFill>
                <a:schemeClr val="tx1"/>
              </a:solidFill>
            </a:endParaRPr>
          </a:p>
        </p:txBody>
      </p:sp>
      <p:sp>
        <p:nvSpPr>
          <p:cNvPr id="10" name="Title 6"/>
          <p:cNvSpPr>
            <a:spLocks noGrp="1"/>
          </p:cNvSpPr>
          <p:nvPr>
            <p:custDataLst>
              <p:tags r:id="rId2"/>
            </p:custDataLst>
          </p:nvPr>
        </p:nvSpPr>
        <p:spPr>
          <a:xfrm>
            <a:off x="521970" y="1127250"/>
            <a:ext cx="8100000" cy="540000"/>
          </a:xfrm>
          <a:prstGeom prst="rect">
            <a:avLst/>
          </a:prstGeom>
        </p:spPr>
        <p:txBody>
          <a:bodyPr vert="horz" wrap="square" lIns="0" tIns="0" rIns="0" bIns="0" rtlCol="0" anchor="b">
            <a:normAutofit/>
          </a:bodyPr>
          <a:lstStyle>
            <a:lvl1pPr>
              <a:defRPr u="none" strike="noStrike" kern="1200" cap="none" spc="0" normalizeH="0">
                <a:solidFill>
                  <a:srgbClr val="FFFFFF"/>
                </a:solidFill>
                <a:uFillTx/>
                <a:latin typeface="+mj-lt"/>
              </a:defRPr>
            </a:lvl1pPr>
          </a:lstStyle>
          <a:p>
            <a:pPr lvl="0" algn="l">
              <a:buClrTx/>
              <a:buSzTx/>
              <a:buFontTx/>
            </a:pPr>
            <a:r>
              <a:rPr sz="2200" b="1" dirty="0">
                <a:solidFill>
                  <a:schemeClr val="tx1"/>
                </a:solidFill>
                <a:ea typeface="+mj-ea"/>
                <a:cs typeface="+mn-ea"/>
                <a:sym typeface="+mn-ea"/>
              </a:rPr>
              <a:t>Security Features &amp; Privacy Protection</a:t>
            </a:r>
            <a:endParaRPr sz="2200" b="1" dirty="0">
              <a:solidFill>
                <a:schemeClr val="tx1"/>
              </a:solidFill>
              <a:ea typeface="+mj-ea"/>
              <a:cs typeface="+mn-ea"/>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2"/>
          <p:cNvSpPr>
            <a:spLocks noGrp="1"/>
          </p:cNvSpPr>
          <p:nvPr>
            <p:custDataLst>
              <p:tags r:id="rId1"/>
            </p:custDataLst>
          </p:nvPr>
        </p:nvSpPr>
        <p:spPr>
          <a:xfrm>
            <a:off x="521970" y="1833562"/>
            <a:ext cx="8100000" cy="3655219"/>
          </a:xfrm>
          <a:prstGeom prst="rect">
            <a:avLst/>
          </a:prstGeom>
        </p:spPr>
        <p:txBody>
          <a:bodyPr vert="horz" wrap="square" lIns="91440" tIns="45720" rIns="91440" bIns="45720" rtlCol="0">
            <a:norm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sz="1600">
                <a:solidFill>
                  <a:schemeClr val="tx1"/>
                </a:solidFill>
              </a:rPr>
              <a:t>Centralized systems concentrate risks of breaches.</a:t>
            </a:r>
            <a:endParaRPr sz="1600">
              <a:solidFill>
                <a:schemeClr val="tx1"/>
              </a:solidFill>
            </a:endParaRPr>
          </a:p>
          <a:p>
            <a:pPr marL="0" indent="0">
              <a:buNone/>
            </a:pPr>
            <a:endParaRPr sz="1600">
              <a:solidFill>
                <a:schemeClr val="tx1"/>
              </a:solidFill>
            </a:endParaRPr>
          </a:p>
          <a:p>
            <a:r>
              <a:rPr sz="1600">
                <a:solidFill>
                  <a:schemeClr val="tx1"/>
                </a:solidFill>
              </a:rPr>
              <a:t>Blockchain-based decentralization fragments attack surfaces.</a:t>
            </a:r>
            <a:endParaRPr sz="1600">
              <a:solidFill>
                <a:schemeClr val="tx1"/>
              </a:solidFill>
            </a:endParaRPr>
          </a:p>
          <a:p>
            <a:pPr marL="0" indent="0">
              <a:buNone/>
            </a:pPr>
            <a:endParaRPr sz="1600">
              <a:solidFill>
                <a:schemeClr val="tx1"/>
              </a:solidFill>
            </a:endParaRPr>
          </a:p>
          <a:p>
            <a:r>
              <a:rPr sz="1600">
                <a:solidFill>
                  <a:schemeClr val="tx1"/>
                </a:solidFill>
              </a:rPr>
              <a:t>Immutable logs provide full transparency and auditability.</a:t>
            </a:r>
            <a:endParaRPr sz="1600">
              <a:solidFill>
                <a:schemeClr val="tx1"/>
              </a:solidFill>
            </a:endParaRPr>
          </a:p>
          <a:p>
            <a:endParaRPr sz="1600">
              <a:solidFill>
                <a:schemeClr val="tx1"/>
              </a:solidFill>
            </a:endParaRPr>
          </a:p>
          <a:p>
            <a:r>
              <a:rPr sz="1600">
                <a:solidFill>
                  <a:schemeClr val="tx1"/>
                </a:solidFill>
              </a:rPr>
              <a:t>Elaboration: Centralized repositories are single points of failure, while blockchain-based designs give stronger guarantees of trust and resilience.</a:t>
            </a:r>
            <a:endParaRPr sz="1600">
              <a:solidFill>
                <a:schemeClr val="tx1"/>
              </a:solidFill>
            </a:endParaRPr>
          </a:p>
        </p:txBody>
      </p:sp>
      <p:sp>
        <p:nvSpPr>
          <p:cNvPr id="10" name="Title 6"/>
          <p:cNvSpPr>
            <a:spLocks noGrp="1"/>
          </p:cNvSpPr>
          <p:nvPr>
            <p:custDataLst>
              <p:tags r:id="rId2"/>
            </p:custDataLst>
          </p:nvPr>
        </p:nvSpPr>
        <p:spPr>
          <a:xfrm>
            <a:off x="521970" y="1127250"/>
            <a:ext cx="8100000" cy="540000"/>
          </a:xfrm>
          <a:prstGeom prst="rect">
            <a:avLst/>
          </a:prstGeom>
        </p:spPr>
        <p:txBody>
          <a:bodyPr vert="horz" wrap="square" lIns="0" tIns="0" rIns="0" bIns="0" rtlCol="0" anchor="b">
            <a:normAutofit/>
          </a:bodyPr>
          <a:lstStyle>
            <a:lvl1pPr>
              <a:defRPr u="none" strike="noStrike" kern="1200" cap="none" spc="0" normalizeH="0">
                <a:solidFill>
                  <a:srgbClr val="FFFFFF"/>
                </a:solidFill>
                <a:uFillTx/>
                <a:latin typeface="+mj-lt"/>
              </a:defRPr>
            </a:lvl1pPr>
          </a:lstStyle>
          <a:p>
            <a:pPr lvl="0" algn="l">
              <a:buClrTx/>
              <a:buSzTx/>
              <a:buFontTx/>
            </a:pPr>
            <a:r>
              <a:rPr sz="2200" b="1" dirty="0">
                <a:solidFill>
                  <a:schemeClr val="tx1"/>
                </a:solidFill>
                <a:ea typeface="+mj-ea"/>
                <a:cs typeface="+mn-ea"/>
                <a:sym typeface="+mn-ea"/>
              </a:rPr>
              <a:t>Comparison with Centralized Systems</a:t>
            </a:r>
            <a:endParaRPr sz="2200" b="1" dirty="0">
              <a:solidFill>
                <a:schemeClr val="tx1"/>
              </a:solidFill>
              <a:ea typeface="+mj-ea"/>
              <a:cs typeface="+mn-ea"/>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2"/>
          <p:cNvSpPr>
            <a:spLocks noGrp="1"/>
          </p:cNvSpPr>
          <p:nvPr>
            <p:custDataLst>
              <p:tags r:id="rId1"/>
            </p:custDataLst>
          </p:nvPr>
        </p:nvSpPr>
        <p:spPr>
          <a:xfrm>
            <a:off x="535305" y="1833562"/>
            <a:ext cx="8100000" cy="3655219"/>
          </a:xfrm>
          <a:prstGeom prst="rect">
            <a:avLst/>
          </a:prstGeom>
        </p:spPr>
        <p:txBody>
          <a:bodyPr vert="horz" wrap="square" lIns="91440" tIns="45720" rIns="91440" bIns="45720" rtlCol="0">
            <a:norm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sz="1600">
                <a:solidFill>
                  <a:schemeClr val="tx1"/>
                </a:solidFill>
              </a:rPr>
              <a:t>Finance: KYC, fraud-resistant onboarding.</a:t>
            </a:r>
            <a:endParaRPr sz="1600">
              <a:solidFill>
                <a:schemeClr val="tx1"/>
              </a:solidFill>
            </a:endParaRPr>
          </a:p>
          <a:p>
            <a:pPr marL="0" indent="0">
              <a:buNone/>
            </a:pPr>
            <a:endParaRPr sz="1600">
              <a:solidFill>
                <a:schemeClr val="tx1"/>
              </a:solidFill>
            </a:endParaRPr>
          </a:p>
          <a:p>
            <a:r>
              <a:rPr sz="1600">
                <a:solidFill>
                  <a:schemeClr val="tx1"/>
                </a:solidFill>
              </a:rPr>
              <a:t>Government: Digital eID, secure public services</a:t>
            </a:r>
            <a:r>
              <a:rPr lang="en-US" sz="1600">
                <a:solidFill>
                  <a:schemeClr val="tx1"/>
                </a:solidFill>
              </a:rPr>
              <a:t>.</a:t>
            </a:r>
            <a:endParaRPr lang="en-US" sz="1600">
              <a:solidFill>
                <a:schemeClr val="tx1"/>
              </a:solidFill>
            </a:endParaRPr>
          </a:p>
          <a:p>
            <a:pPr marL="0" indent="0">
              <a:buNone/>
            </a:pPr>
            <a:endParaRPr sz="1600">
              <a:solidFill>
                <a:schemeClr val="tx1"/>
              </a:solidFill>
            </a:endParaRPr>
          </a:p>
          <a:p>
            <a:r>
              <a:rPr sz="1600">
                <a:solidFill>
                  <a:schemeClr val="tx1"/>
                </a:solidFill>
              </a:rPr>
              <a:t>Healthcare: Patient record verification.</a:t>
            </a:r>
            <a:endParaRPr sz="1600">
              <a:solidFill>
                <a:schemeClr val="tx1"/>
              </a:solidFill>
            </a:endParaRPr>
          </a:p>
          <a:p>
            <a:pPr marL="0" indent="0">
              <a:buNone/>
            </a:pPr>
            <a:endParaRPr sz="1600">
              <a:solidFill>
                <a:schemeClr val="tx1"/>
              </a:solidFill>
            </a:endParaRPr>
          </a:p>
          <a:p>
            <a:r>
              <a:rPr sz="1600">
                <a:solidFill>
                  <a:schemeClr val="tx1"/>
                </a:solidFill>
              </a:rPr>
              <a:t>Border Security: Biometric e-passports.</a:t>
            </a:r>
            <a:endParaRPr sz="1600">
              <a:solidFill>
                <a:schemeClr val="tx1"/>
              </a:solidFill>
            </a:endParaRPr>
          </a:p>
          <a:p>
            <a:pPr marL="0" indent="0">
              <a:buNone/>
            </a:pPr>
            <a:endParaRPr sz="1600">
              <a:solidFill>
                <a:schemeClr val="tx1"/>
              </a:solidFill>
            </a:endParaRPr>
          </a:p>
          <a:p>
            <a:r>
              <a:rPr sz="1600">
                <a:solidFill>
                  <a:schemeClr val="tx1"/>
                </a:solidFill>
              </a:rPr>
              <a:t>Enterprise: Workforce access control.</a:t>
            </a:r>
            <a:endParaRPr sz="1600">
              <a:solidFill>
                <a:schemeClr val="tx1"/>
              </a:solidFill>
            </a:endParaRPr>
          </a:p>
          <a:p>
            <a:endParaRPr sz="1600">
              <a:solidFill>
                <a:schemeClr val="tx1"/>
              </a:solidFill>
            </a:endParaRPr>
          </a:p>
          <a:p>
            <a:r>
              <a:rPr sz="1600">
                <a:solidFill>
                  <a:schemeClr val="tx1"/>
                </a:solidFill>
              </a:rPr>
              <a:t>Elaboration: Decentralized IDs are vital for global compliance (GDPR, DPDP Act) and adoption in high-security sectors.</a:t>
            </a:r>
            <a:endParaRPr sz="1600">
              <a:solidFill>
                <a:schemeClr val="tx1"/>
              </a:solidFill>
            </a:endParaRPr>
          </a:p>
        </p:txBody>
      </p:sp>
      <p:sp>
        <p:nvSpPr>
          <p:cNvPr id="10" name="Title 6"/>
          <p:cNvSpPr>
            <a:spLocks noGrp="1"/>
          </p:cNvSpPr>
          <p:nvPr>
            <p:custDataLst>
              <p:tags r:id="rId2"/>
            </p:custDataLst>
          </p:nvPr>
        </p:nvSpPr>
        <p:spPr>
          <a:xfrm>
            <a:off x="521970" y="1127250"/>
            <a:ext cx="8100000" cy="540000"/>
          </a:xfrm>
          <a:prstGeom prst="rect">
            <a:avLst/>
          </a:prstGeom>
        </p:spPr>
        <p:txBody>
          <a:bodyPr vert="horz" wrap="square" lIns="0" tIns="0" rIns="0" bIns="0" rtlCol="0" anchor="b">
            <a:normAutofit/>
          </a:bodyPr>
          <a:lstStyle>
            <a:lvl1pPr>
              <a:defRPr u="none" strike="noStrike" kern="1200" cap="none" spc="0" normalizeH="0">
                <a:solidFill>
                  <a:srgbClr val="FFFFFF"/>
                </a:solidFill>
                <a:uFillTx/>
                <a:latin typeface="+mj-lt"/>
              </a:defRPr>
            </a:lvl1pPr>
          </a:lstStyle>
          <a:p>
            <a:pPr lvl="0" algn="l">
              <a:buClrTx/>
              <a:buSzTx/>
              <a:buFontTx/>
            </a:pPr>
            <a:r>
              <a:rPr sz="2200" b="1" dirty="0">
                <a:solidFill>
                  <a:schemeClr val="tx1"/>
                </a:solidFill>
                <a:ea typeface="+mj-ea"/>
                <a:cs typeface="+mn-ea"/>
                <a:sym typeface="+mn-ea"/>
              </a:rPr>
              <a:t>Use Cases &amp; Industry Applications</a:t>
            </a:r>
            <a:endParaRPr sz="2200" b="1" dirty="0">
              <a:solidFill>
                <a:schemeClr val="tx1"/>
              </a:solidFill>
              <a:ea typeface="+mj-ea"/>
              <a:cs typeface="+mn-ea"/>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2"/>
          <p:cNvSpPr>
            <a:spLocks noGrp="1"/>
          </p:cNvSpPr>
          <p:nvPr>
            <p:custDataLst>
              <p:tags r:id="rId1"/>
            </p:custDataLst>
          </p:nvPr>
        </p:nvSpPr>
        <p:spPr>
          <a:xfrm>
            <a:off x="521970" y="1833562"/>
            <a:ext cx="8100000" cy="3655219"/>
          </a:xfrm>
          <a:prstGeom prst="rect">
            <a:avLst/>
          </a:prstGeom>
        </p:spPr>
        <p:txBody>
          <a:bodyPr vert="horz" wrap="square" lIns="91440" tIns="45720" rIns="91440" bIns="45720" rtlCol="0">
            <a:norm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sz="1600">
                <a:solidFill>
                  <a:schemeClr val="tx1"/>
                </a:solidFill>
              </a:rPr>
              <a:t>GDPR &amp; DPDP Act compliance via consent and selective disclosure.</a:t>
            </a:r>
            <a:endParaRPr sz="1600">
              <a:solidFill>
                <a:schemeClr val="tx1"/>
              </a:solidFill>
            </a:endParaRPr>
          </a:p>
          <a:p>
            <a:pPr marL="0" indent="0">
              <a:buNone/>
            </a:pPr>
            <a:endParaRPr sz="1600">
              <a:solidFill>
                <a:schemeClr val="tx1"/>
              </a:solidFill>
            </a:endParaRPr>
          </a:p>
          <a:p>
            <a:r>
              <a:rPr sz="1600">
                <a:solidFill>
                  <a:schemeClr val="tx1"/>
                </a:solidFill>
              </a:rPr>
              <a:t>Ethical safeguards: Transparency, user control, revocability.</a:t>
            </a:r>
            <a:endParaRPr sz="1600">
              <a:solidFill>
                <a:schemeClr val="tx1"/>
              </a:solidFill>
            </a:endParaRPr>
          </a:p>
          <a:p>
            <a:pPr marL="0" indent="0">
              <a:buNone/>
            </a:pPr>
            <a:endParaRPr sz="1600">
              <a:solidFill>
                <a:schemeClr val="tx1"/>
              </a:solidFill>
            </a:endParaRPr>
          </a:p>
          <a:p>
            <a:r>
              <a:rPr sz="1600">
                <a:solidFill>
                  <a:schemeClr val="tx1"/>
                </a:solidFill>
              </a:rPr>
              <a:t>Technical safeguards: ZKPs, encryption, audits.</a:t>
            </a:r>
            <a:endParaRPr sz="1600">
              <a:solidFill>
                <a:schemeClr val="tx1"/>
              </a:solidFill>
            </a:endParaRPr>
          </a:p>
          <a:p>
            <a:pPr marL="0" indent="0">
              <a:buNone/>
            </a:pPr>
            <a:endParaRPr sz="1600">
              <a:solidFill>
                <a:schemeClr val="tx1"/>
              </a:solidFill>
            </a:endParaRPr>
          </a:p>
          <a:p>
            <a:r>
              <a:rPr sz="1600">
                <a:solidFill>
                  <a:schemeClr val="tx1"/>
                </a:solidFill>
              </a:rPr>
              <a:t>Risks: Lost keys, interoperability issues, evolving attack methods.</a:t>
            </a:r>
            <a:endParaRPr sz="1600">
              <a:solidFill>
                <a:schemeClr val="tx1"/>
              </a:solidFill>
            </a:endParaRPr>
          </a:p>
          <a:p>
            <a:endParaRPr sz="1600">
              <a:solidFill>
                <a:schemeClr val="tx1"/>
              </a:solidFill>
            </a:endParaRPr>
          </a:p>
          <a:p>
            <a:r>
              <a:rPr sz="1600">
                <a:solidFill>
                  <a:schemeClr val="tx1"/>
                </a:solidFill>
              </a:rPr>
              <a:t>Elaboration: Privacy-by-design ensures compliance and prevents misuse. Users retain ownership and control of their data.</a:t>
            </a:r>
            <a:endParaRPr sz="1600">
              <a:solidFill>
                <a:schemeClr val="tx1"/>
              </a:solidFill>
            </a:endParaRPr>
          </a:p>
        </p:txBody>
      </p:sp>
      <p:sp>
        <p:nvSpPr>
          <p:cNvPr id="10" name="Title 6"/>
          <p:cNvSpPr>
            <a:spLocks noGrp="1"/>
          </p:cNvSpPr>
          <p:nvPr>
            <p:custDataLst>
              <p:tags r:id="rId2"/>
            </p:custDataLst>
          </p:nvPr>
        </p:nvSpPr>
        <p:spPr>
          <a:xfrm>
            <a:off x="521970" y="1127250"/>
            <a:ext cx="8100000" cy="540000"/>
          </a:xfrm>
          <a:prstGeom prst="rect">
            <a:avLst/>
          </a:prstGeom>
        </p:spPr>
        <p:txBody>
          <a:bodyPr vert="horz" wrap="square" lIns="0" tIns="0" rIns="0" bIns="0" rtlCol="0" anchor="b">
            <a:normAutofit/>
          </a:bodyPr>
          <a:lstStyle>
            <a:lvl1pPr>
              <a:defRPr u="none" strike="noStrike" kern="1200" cap="none" spc="0" normalizeH="0">
                <a:solidFill>
                  <a:srgbClr val="FFFFFF"/>
                </a:solidFill>
                <a:uFillTx/>
                <a:latin typeface="+mj-lt"/>
              </a:defRPr>
            </a:lvl1pPr>
          </a:lstStyle>
          <a:p>
            <a:pPr lvl="0" algn="l">
              <a:buClrTx/>
              <a:buSzTx/>
              <a:buFontTx/>
            </a:pPr>
            <a:r>
              <a:rPr sz="2200" b="1" dirty="0">
                <a:solidFill>
                  <a:schemeClr val="tx1"/>
                </a:solidFill>
                <a:ea typeface="+mj-ea"/>
                <a:cs typeface="+mn-ea"/>
                <a:sym typeface="+mn-ea"/>
              </a:rPr>
              <a:t>Regulatory &amp; Ethical Considerations</a:t>
            </a:r>
            <a:endParaRPr sz="2200" b="1" dirty="0">
              <a:solidFill>
                <a:schemeClr val="tx1"/>
              </a:solidFill>
              <a:ea typeface="+mj-ea"/>
              <a:cs typeface="+mn-ea"/>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2"/>
          <p:cNvSpPr>
            <a:spLocks noGrp="1"/>
          </p:cNvSpPr>
          <p:nvPr>
            <p:custDataLst>
              <p:tags r:id="rId1"/>
            </p:custDataLst>
          </p:nvPr>
        </p:nvSpPr>
        <p:spPr>
          <a:xfrm>
            <a:off x="521970" y="1833562"/>
            <a:ext cx="8100000" cy="3655219"/>
          </a:xfrm>
          <a:prstGeom prst="rect">
            <a:avLst/>
          </a:prstGeom>
        </p:spPr>
        <p:txBody>
          <a:bodyPr vert="horz" wrap="square" lIns="91440" tIns="45720" rIns="91440" bIns="45720" rtlCol="0">
            <a:norm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sz="1600">
                <a:solidFill>
                  <a:schemeClr val="tx1"/>
                </a:solidFill>
              </a:rPr>
              <a:t>Smart contracts in Solidity deployed on permissioned blockchain.</a:t>
            </a:r>
            <a:endParaRPr sz="1600">
              <a:solidFill>
                <a:schemeClr val="tx1"/>
              </a:solidFill>
            </a:endParaRPr>
          </a:p>
          <a:p>
            <a:pPr marL="0" indent="0">
              <a:buNone/>
            </a:pPr>
            <a:endParaRPr sz="1600">
              <a:solidFill>
                <a:schemeClr val="tx1"/>
              </a:solidFill>
            </a:endParaRPr>
          </a:p>
          <a:p>
            <a:r>
              <a:rPr sz="1600">
                <a:solidFill>
                  <a:schemeClr val="tx1"/>
                </a:solidFill>
              </a:rPr>
              <a:t>Templates encrypted, hashed, stored on-chain; IPFS used off-chain.</a:t>
            </a:r>
            <a:endParaRPr sz="1600">
              <a:solidFill>
                <a:schemeClr val="tx1"/>
              </a:solidFill>
            </a:endParaRPr>
          </a:p>
          <a:p>
            <a:pPr marL="0" indent="0">
              <a:buNone/>
            </a:pPr>
            <a:endParaRPr sz="1600">
              <a:solidFill>
                <a:schemeClr val="tx1"/>
              </a:solidFill>
            </a:endParaRPr>
          </a:p>
          <a:p>
            <a:r>
              <a:rPr sz="1600">
                <a:solidFill>
                  <a:schemeClr val="tx1"/>
                </a:solidFill>
              </a:rPr>
              <a:t>CNN-based AI models trained for multi-modal biometrics.</a:t>
            </a:r>
            <a:endParaRPr sz="1600">
              <a:solidFill>
                <a:schemeClr val="tx1"/>
              </a:solidFill>
            </a:endParaRPr>
          </a:p>
          <a:p>
            <a:pPr marL="0" indent="0">
              <a:buNone/>
            </a:pPr>
            <a:endParaRPr sz="1600">
              <a:solidFill>
                <a:schemeClr val="tx1"/>
              </a:solidFill>
            </a:endParaRPr>
          </a:p>
          <a:p>
            <a:r>
              <a:rPr sz="1600">
                <a:solidFill>
                  <a:schemeClr val="tx1"/>
                </a:solidFill>
              </a:rPr>
              <a:t>Client applications integrate via APIs.</a:t>
            </a:r>
            <a:endParaRPr sz="1600">
              <a:solidFill>
                <a:schemeClr val="tx1"/>
              </a:solidFill>
            </a:endParaRPr>
          </a:p>
          <a:p>
            <a:pPr marL="0" indent="0">
              <a:buNone/>
            </a:pPr>
            <a:endParaRPr sz="1600">
              <a:solidFill>
                <a:schemeClr val="tx1"/>
              </a:solidFill>
            </a:endParaRPr>
          </a:p>
          <a:p>
            <a:r>
              <a:rPr sz="1600">
                <a:solidFill>
                  <a:schemeClr val="tx1"/>
                </a:solidFill>
              </a:rPr>
              <a:t>Security auditing records all operations.</a:t>
            </a:r>
            <a:endParaRPr sz="1600">
              <a:solidFill>
                <a:schemeClr val="tx1"/>
              </a:solidFill>
            </a:endParaRPr>
          </a:p>
          <a:p>
            <a:endParaRPr sz="1600">
              <a:solidFill>
                <a:schemeClr val="tx1"/>
              </a:solidFill>
            </a:endParaRPr>
          </a:p>
          <a:p>
            <a:r>
              <a:rPr sz="1600">
                <a:solidFill>
                  <a:schemeClr val="tx1"/>
                </a:solidFill>
              </a:rPr>
              <a:t>Elaboration: Architecture balances performance and transparency with modular AI/ML and blockchain integration.</a:t>
            </a:r>
            <a:endParaRPr sz="1600">
              <a:solidFill>
                <a:schemeClr val="tx1"/>
              </a:solidFill>
            </a:endParaRPr>
          </a:p>
        </p:txBody>
      </p:sp>
      <p:sp>
        <p:nvSpPr>
          <p:cNvPr id="10" name="Title 6"/>
          <p:cNvSpPr>
            <a:spLocks noGrp="1"/>
          </p:cNvSpPr>
          <p:nvPr>
            <p:custDataLst>
              <p:tags r:id="rId2"/>
            </p:custDataLst>
          </p:nvPr>
        </p:nvSpPr>
        <p:spPr>
          <a:xfrm>
            <a:off x="521970" y="1127250"/>
            <a:ext cx="8100000" cy="540000"/>
          </a:xfrm>
          <a:prstGeom prst="rect">
            <a:avLst/>
          </a:prstGeom>
        </p:spPr>
        <p:txBody>
          <a:bodyPr vert="horz" wrap="square" lIns="0" tIns="0" rIns="0" bIns="0" rtlCol="0" anchor="b">
            <a:normAutofit/>
          </a:bodyPr>
          <a:lstStyle>
            <a:lvl1pPr>
              <a:defRPr u="none" strike="noStrike" kern="1200" cap="none" spc="0" normalizeH="0">
                <a:solidFill>
                  <a:srgbClr val="FFFFFF"/>
                </a:solidFill>
                <a:uFillTx/>
                <a:latin typeface="+mj-lt"/>
              </a:defRPr>
            </a:lvl1pPr>
          </a:lstStyle>
          <a:p>
            <a:pPr lvl="0" algn="l">
              <a:buClrTx/>
              <a:buSzTx/>
              <a:buFontTx/>
            </a:pPr>
            <a:r>
              <a:rPr sz="2200" b="1" dirty="0">
                <a:solidFill>
                  <a:schemeClr val="tx1"/>
                </a:solidFill>
                <a:ea typeface="+mj-ea"/>
                <a:cs typeface="+mn-ea"/>
                <a:sym typeface="+mn-ea"/>
              </a:rPr>
              <a:t>Implementation &amp; Development</a:t>
            </a:r>
            <a:endParaRPr sz="2200" b="1" dirty="0">
              <a:solidFill>
                <a:schemeClr val="tx1"/>
              </a:solidFill>
              <a:ea typeface="+mj-ea"/>
              <a:cs typeface="+mn-ea"/>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2"/>
          <p:cNvSpPr/>
          <p:nvPr>
            <p:custDataLst>
              <p:tags r:id="rId1"/>
            </p:custDataLst>
          </p:nvPr>
        </p:nvSpPr>
        <p:spPr>
          <a:xfrm>
            <a:off x="1047750" y="2483485"/>
            <a:ext cx="1828800" cy="1327785"/>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defRPr sz="1400"/>
            </a:pPr>
            <a:r>
              <a:rPr sz="1600">
                <a:solidFill>
                  <a:schemeClr val="bg1"/>
                </a:solidFill>
              </a:rPr>
              <a:t>User Biometrics</a:t>
            </a:r>
            <a:endParaRPr sz="1600">
              <a:solidFill>
                <a:schemeClr val="bg1"/>
              </a:solidFill>
            </a:endParaRPr>
          </a:p>
          <a:p>
            <a:r>
              <a:rPr>
                <a:solidFill>
                  <a:schemeClr val="bg1"/>
                </a:solidFill>
              </a:rPr>
              <a:t>(Face/Fingerprint/Iris)</a:t>
            </a:r>
            <a:endParaRPr>
              <a:solidFill>
                <a:schemeClr val="bg1"/>
              </a:solidFill>
            </a:endParaRPr>
          </a:p>
        </p:txBody>
      </p:sp>
      <p:sp>
        <p:nvSpPr>
          <p:cNvPr id="4" name="Rectangle 3"/>
          <p:cNvSpPr/>
          <p:nvPr>
            <p:custDataLst>
              <p:tags r:id="rId2"/>
            </p:custDataLst>
          </p:nvPr>
        </p:nvSpPr>
        <p:spPr>
          <a:xfrm>
            <a:off x="3790950" y="2483485"/>
            <a:ext cx="1828800" cy="1327785"/>
          </a:xfrm>
          <a:prstGeom prst="rect">
            <a:avLst/>
          </a:prstGeom>
          <a:solidFill>
            <a:schemeClr val="accent3"/>
          </a:solidFill>
        </p:spPr>
        <p:style>
          <a:lnRef idx="1">
            <a:schemeClr val="accent1"/>
          </a:lnRef>
          <a:fillRef idx="3">
            <a:schemeClr val="accent1"/>
          </a:fillRef>
          <a:effectRef idx="2">
            <a:schemeClr val="accent1"/>
          </a:effectRef>
          <a:fontRef idx="minor">
            <a:schemeClr val="lt1"/>
          </a:fontRef>
        </p:style>
        <p:txBody>
          <a:bodyPr rtlCol="0" anchor="ctr"/>
          <a:lstStyle/>
          <a:p>
            <a:pPr>
              <a:defRPr sz="1400"/>
            </a:pPr>
            <a:r>
              <a:rPr sz="1600">
                <a:solidFill>
                  <a:schemeClr val="bg1"/>
                </a:solidFill>
              </a:rPr>
              <a:t>AI/Computer Vision</a:t>
            </a:r>
            <a:endParaRPr sz="1600">
              <a:solidFill>
                <a:schemeClr val="bg1"/>
              </a:solidFill>
            </a:endParaRPr>
          </a:p>
          <a:p>
            <a:r>
              <a:rPr>
                <a:solidFill>
                  <a:schemeClr val="bg1"/>
                </a:solidFill>
              </a:rPr>
              <a:t>(Feature Extraction + Liveness)</a:t>
            </a:r>
            <a:endParaRPr>
              <a:solidFill>
                <a:schemeClr val="bg1"/>
              </a:solidFill>
            </a:endParaRPr>
          </a:p>
        </p:txBody>
      </p:sp>
      <p:sp>
        <p:nvSpPr>
          <p:cNvPr id="5" name="Rectangle 4"/>
          <p:cNvSpPr/>
          <p:nvPr>
            <p:custDataLst>
              <p:tags r:id="rId3"/>
            </p:custDataLst>
          </p:nvPr>
        </p:nvSpPr>
        <p:spPr>
          <a:xfrm>
            <a:off x="6534150" y="2483485"/>
            <a:ext cx="1828800" cy="1316990"/>
          </a:xfrm>
          <a:prstGeom prst="rect">
            <a:avLst/>
          </a:prstGeom>
          <a:solidFill>
            <a:schemeClr val="accent4"/>
          </a:solidFill>
        </p:spPr>
        <p:style>
          <a:lnRef idx="1">
            <a:schemeClr val="accent1"/>
          </a:lnRef>
          <a:fillRef idx="3">
            <a:schemeClr val="accent1"/>
          </a:fillRef>
          <a:effectRef idx="2">
            <a:schemeClr val="accent1"/>
          </a:effectRef>
          <a:fontRef idx="minor">
            <a:schemeClr val="lt1"/>
          </a:fontRef>
        </p:style>
        <p:txBody>
          <a:bodyPr wrap="square" rtlCol="0" anchor="ctr">
            <a:normAutofit fontScale="90000" lnSpcReduction="10000"/>
          </a:bodyPr>
          <a:lstStyle/>
          <a:p>
            <a:pPr>
              <a:defRPr sz="1400"/>
            </a:pPr>
            <a:r>
              <a:rPr sz="1780">
                <a:solidFill>
                  <a:schemeClr val="tx1"/>
                </a:solidFill>
              </a:rPr>
              <a:t>Blockchain Storage</a:t>
            </a:r>
            <a:endParaRPr sz="1780">
              <a:solidFill>
                <a:schemeClr val="tx1"/>
              </a:solidFill>
            </a:endParaRPr>
          </a:p>
          <a:p>
            <a:r>
              <a:rPr>
                <a:solidFill>
                  <a:schemeClr val="tx1"/>
                </a:solidFill>
              </a:rPr>
              <a:t>+ Smart Contract Verification</a:t>
            </a:r>
            <a:endParaRPr>
              <a:solidFill>
                <a:schemeClr val="tx1"/>
              </a:solidFill>
            </a:endParaRPr>
          </a:p>
        </p:txBody>
      </p:sp>
      <p:cxnSp>
        <p:nvCxnSpPr>
          <p:cNvPr id="6" name="Connector 5"/>
          <p:cNvCxnSpPr/>
          <p:nvPr/>
        </p:nvCxnSpPr>
        <p:spPr>
          <a:xfrm>
            <a:off x="2876550" y="2940685"/>
            <a:ext cx="9144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619750" y="2940685"/>
            <a:ext cx="914400" cy="0"/>
          </a:xfrm>
          <a:prstGeom prst="line">
            <a:avLst/>
          </a:prstGeom>
        </p:spPr>
        <p:style>
          <a:lnRef idx="2">
            <a:schemeClr val="accent1"/>
          </a:lnRef>
          <a:fillRef idx="0">
            <a:schemeClr val="accent1"/>
          </a:fillRef>
          <a:effectRef idx="1">
            <a:schemeClr val="accent1"/>
          </a:effectRef>
          <a:fontRef idx="minor">
            <a:schemeClr val="tx1"/>
          </a:fontRef>
        </p:style>
      </p:cxnSp>
      <p:sp>
        <p:nvSpPr>
          <p:cNvPr id="13" name="Title 9"/>
          <p:cNvSpPr>
            <a:spLocks noGrp="1"/>
          </p:cNvSpPr>
          <p:nvPr>
            <p:custDataLst>
              <p:tags r:id="rId4"/>
            </p:custDataLst>
          </p:nvPr>
        </p:nvSpPr>
        <p:spPr>
          <a:xfrm>
            <a:off x="461010" y="1781810"/>
            <a:ext cx="8488045" cy="539750"/>
          </a:xfrm>
          <a:prstGeom prst="rect">
            <a:avLst/>
          </a:prstGeom>
        </p:spPr>
        <p:txBody>
          <a:bodyPr vert="horz" wrap="square" lIns="0" tIns="0" rIns="0" bIns="0" rtlCol="0" anchor="b">
            <a:noAutofit/>
          </a:bodyPr>
          <a:lstStyle>
            <a:lvl1pPr>
              <a:defRPr u="none" strike="noStrike" kern="1200" cap="none" spc="0" normalizeH="0">
                <a:solidFill>
                  <a:srgbClr val="FFFFFF"/>
                </a:solidFill>
                <a:uFillTx/>
                <a:latin typeface="+mj-lt"/>
              </a:defRPr>
            </a:lvl1pPr>
          </a:lstStyle>
          <a:p>
            <a:pPr lvl="0" algn="l">
              <a:buClrTx/>
              <a:buSzTx/>
              <a:buFontTx/>
            </a:pPr>
            <a:r>
              <a:rPr sz="2200" b="1" dirty="0">
                <a:solidFill>
                  <a:schemeClr val="tx1"/>
                </a:solidFill>
                <a:ea typeface="+mj-ea"/>
                <a:cs typeface="+mn-ea"/>
                <a:sym typeface="+mn-ea"/>
              </a:rPr>
              <a:t>Workflow of Decentralized Biometric Identity Verification</a:t>
            </a:r>
            <a:endParaRPr sz="2200" b="1" dirty="0">
              <a:solidFill>
                <a:schemeClr val="tx1"/>
              </a:solidFill>
              <a:ea typeface="+mj-ea"/>
              <a:cs typeface="+mn-ea"/>
              <a:sym typeface="+mn-ea"/>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Rectangle 2"/>
          <p:cNvSpPr/>
          <p:nvPr>
            <p:custDataLst>
              <p:tags r:id="rId1"/>
            </p:custDataLst>
          </p:nvPr>
        </p:nvSpPr>
        <p:spPr>
          <a:xfrm>
            <a:off x="1155065" y="2369185"/>
            <a:ext cx="2743200" cy="1828800"/>
          </a:xfrm>
          <a:prstGeom prst="rect">
            <a:avLst/>
          </a:prstGeom>
          <a:solidFill>
            <a:schemeClr val="accent2"/>
          </a:solidFill>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defRPr sz="1400"/>
            </a:pPr>
            <a:r>
              <a:rPr sz="1600">
                <a:solidFill>
                  <a:schemeClr val="bg1"/>
                </a:solidFill>
              </a:rPr>
              <a:t>Centralized Identity</a:t>
            </a:r>
            <a:endParaRPr sz="1600">
              <a:solidFill>
                <a:schemeClr val="bg1"/>
              </a:solidFill>
            </a:endParaRPr>
          </a:p>
          <a:p>
            <a:r>
              <a:rPr>
                <a:solidFill>
                  <a:schemeClr val="bg1"/>
                </a:solidFill>
              </a:rPr>
              <a:t>- Single DB</a:t>
            </a:r>
            <a:endParaRPr>
              <a:solidFill>
                <a:schemeClr val="bg1"/>
              </a:solidFill>
            </a:endParaRPr>
          </a:p>
          <a:p>
            <a:r>
              <a:rPr>
                <a:solidFill>
                  <a:schemeClr val="bg1"/>
                </a:solidFill>
              </a:rPr>
              <a:t>- Vulnerable to Hacks</a:t>
            </a:r>
            <a:endParaRPr>
              <a:solidFill>
                <a:schemeClr val="bg1"/>
              </a:solidFill>
            </a:endParaRPr>
          </a:p>
          <a:p>
            <a:r>
              <a:rPr>
                <a:solidFill>
                  <a:schemeClr val="bg1"/>
                </a:solidFill>
              </a:rPr>
              <a:t>- Limited Control</a:t>
            </a:r>
            <a:endParaRPr>
              <a:solidFill>
                <a:schemeClr val="bg1"/>
              </a:solidFill>
            </a:endParaRPr>
          </a:p>
        </p:txBody>
      </p:sp>
      <p:sp>
        <p:nvSpPr>
          <p:cNvPr id="4" name="Rectangle 3"/>
          <p:cNvSpPr/>
          <p:nvPr>
            <p:custDataLst>
              <p:tags r:id="rId2"/>
            </p:custDataLst>
          </p:nvPr>
        </p:nvSpPr>
        <p:spPr>
          <a:xfrm>
            <a:off x="4812665" y="2369185"/>
            <a:ext cx="2743200" cy="1828800"/>
          </a:xfrm>
          <a:prstGeom prst="rect">
            <a:avLst/>
          </a:prstGeom>
          <a:solidFill>
            <a:schemeClr val="accent3"/>
          </a:solidFill>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defRPr sz="1400"/>
            </a:pPr>
            <a:r>
              <a:rPr sz="1600">
                <a:solidFill>
                  <a:schemeClr val="bg1"/>
                </a:solidFill>
              </a:rPr>
              <a:t>Decentralized Identity</a:t>
            </a:r>
            <a:endParaRPr sz="1600">
              <a:solidFill>
                <a:schemeClr val="bg1"/>
              </a:solidFill>
            </a:endParaRPr>
          </a:p>
          <a:p>
            <a:r>
              <a:rPr>
                <a:solidFill>
                  <a:schemeClr val="bg1"/>
                </a:solidFill>
              </a:rPr>
              <a:t>- Blockchain-based</a:t>
            </a:r>
            <a:endParaRPr>
              <a:solidFill>
                <a:schemeClr val="bg1"/>
              </a:solidFill>
            </a:endParaRPr>
          </a:p>
          <a:p>
            <a:r>
              <a:rPr>
                <a:solidFill>
                  <a:schemeClr val="bg1"/>
                </a:solidFill>
              </a:rPr>
              <a:t>- Tamper-proof</a:t>
            </a:r>
            <a:endParaRPr>
              <a:solidFill>
                <a:schemeClr val="bg1"/>
              </a:solidFill>
            </a:endParaRPr>
          </a:p>
          <a:p>
            <a:r>
              <a:rPr>
                <a:solidFill>
                  <a:schemeClr val="bg1"/>
                </a:solidFill>
              </a:rPr>
              <a:t>- User Controlled</a:t>
            </a:r>
            <a:endParaRPr>
              <a:solidFill>
                <a:schemeClr val="bg1"/>
              </a:solidFill>
            </a:endParaRPr>
          </a:p>
        </p:txBody>
      </p:sp>
      <p:cxnSp>
        <p:nvCxnSpPr>
          <p:cNvPr id="5" name="Connector 4"/>
          <p:cNvCxnSpPr/>
          <p:nvPr/>
        </p:nvCxnSpPr>
        <p:spPr>
          <a:xfrm>
            <a:off x="3898265" y="3283585"/>
            <a:ext cx="914400" cy="0"/>
          </a:xfrm>
          <a:prstGeom prst="line">
            <a:avLst/>
          </a:prstGeom>
        </p:spPr>
        <p:style>
          <a:lnRef idx="2">
            <a:schemeClr val="accent1"/>
          </a:lnRef>
          <a:fillRef idx="0">
            <a:schemeClr val="accent1"/>
          </a:fillRef>
          <a:effectRef idx="1">
            <a:schemeClr val="accent1"/>
          </a:effectRef>
          <a:fontRef idx="minor">
            <a:schemeClr val="tx1"/>
          </a:fontRef>
        </p:style>
      </p:cxnSp>
      <p:sp>
        <p:nvSpPr>
          <p:cNvPr id="11" name="Title 7"/>
          <p:cNvSpPr>
            <a:spLocks noGrp="1"/>
          </p:cNvSpPr>
          <p:nvPr>
            <p:custDataLst>
              <p:tags r:id="rId3"/>
            </p:custDataLst>
          </p:nvPr>
        </p:nvSpPr>
        <p:spPr>
          <a:xfrm>
            <a:off x="762635" y="1667635"/>
            <a:ext cx="8100000" cy="540000"/>
          </a:xfrm>
          <a:prstGeom prst="rect">
            <a:avLst/>
          </a:prstGeom>
        </p:spPr>
        <p:txBody>
          <a:bodyPr vert="horz" wrap="square" lIns="0" tIns="0" rIns="0" bIns="0" rtlCol="0" anchor="b">
            <a:normAutofit/>
          </a:bodyPr>
          <a:lstStyle>
            <a:lvl1pPr>
              <a:defRPr u="none" strike="noStrike" kern="1200" cap="none" spc="0" normalizeH="0">
                <a:solidFill>
                  <a:srgbClr val="FFFFFF"/>
                </a:solidFill>
                <a:uFillTx/>
                <a:latin typeface="+mj-lt"/>
              </a:defRPr>
            </a:lvl1pPr>
          </a:lstStyle>
          <a:p>
            <a:pPr lvl="0" algn="l">
              <a:buClrTx/>
              <a:buSzTx/>
              <a:buFontTx/>
            </a:pPr>
            <a:r>
              <a:rPr sz="2200" b="1" dirty="0">
                <a:solidFill>
                  <a:schemeClr val="tx1"/>
                </a:solidFill>
                <a:ea typeface="+mj-ea"/>
                <a:cs typeface="+mn-ea"/>
                <a:sym typeface="+mn-ea"/>
              </a:rPr>
              <a:t>Centralized vs Decentralized Identity Systems</a:t>
            </a:r>
            <a:endParaRPr sz="2200" b="1" dirty="0">
              <a:solidFill>
                <a:schemeClr val="tx1"/>
              </a:solidFill>
              <a:ea typeface="+mj-ea"/>
              <a:cs typeface="+mn-ea"/>
              <a:sym typeface="+mn-ea"/>
            </a:endParaRPr>
          </a:p>
        </p:txBody>
      </p:sp>
    </p:spTree>
    <p:custDataLst>
      <p:tags r:id="rId4"/>
    </p:custDataLst>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2"/>
          <p:cNvSpPr>
            <a:spLocks noGrp="1"/>
          </p:cNvSpPr>
          <p:nvPr>
            <p:custDataLst>
              <p:tags r:id="rId1"/>
            </p:custDataLst>
          </p:nvPr>
        </p:nvSpPr>
        <p:spPr>
          <a:xfrm>
            <a:off x="521970" y="1833562"/>
            <a:ext cx="8100000" cy="3655219"/>
          </a:xfrm>
          <a:prstGeom prst="rect">
            <a:avLst/>
          </a:prstGeom>
        </p:spPr>
        <p:txBody>
          <a:bodyPr vert="horz" wrap="square" lIns="91440" tIns="45720" rIns="91440" bIns="45720" rtlCol="0">
            <a:normAutofit lnSpcReduction="10000"/>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sz="1600">
                <a:solidFill>
                  <a:schemeClr val="tx1"/>
                </a:solidFill>
              </a:rPr>
              <a:t>Fully decentralized biometric identity system integrating blockchain + AI.</a:t>
            </a:r>
            <a:endParaRPr sz="1600">
              <a:solidFill>
                <a:schemeClr val="tx1"/>
              </a:solidFill>
            </a:endParaRPr>
          </a:p>
          <a:p>
            <a:pPr marL="0" indent="0">
              <a:buNone/>
            </a:pPr>
            <a:endParaRPr sz="1600">
              <a:solidFill>
                <a:schemeClr val="tx1"/>
              </a:solidFill>
            </a:endParaRPr>
          </a:p>
          <a:p>
            <a:r>
              <a:rPr sz="1600">
                <a:solidFill>
                  <a:schemeClr val="tx1"/>
                </a:solidFill>
              </a:rPr>
              <a:t>Benefits: Tamper-resistance, privacy, user control, high accuracy.</a:t>
            </a:r>
            <a:endParaRPr sz="1600">
              <a:solidFill>
                <a:schemeClr val="tx1"/>
              </a:solidFill>
            </a:endParaRPr>
          </a:p>
          <a:p>
            <a:pPr marL="0" indent="0">
              <a:buNone/>
            </a:pPr>
            <a:endParaRPr sz="1600">
              <a:solidFill>
                <a:schemeClr val="tx1"/>
              </a:solidFill>
            </a:endParaRPr>
          </a:p>
          <a:p>
            <a:r>
              <a:rPr sz="1600">
                <a:solidFill>
                  <a:schemeClr val="tx1"/>
                </a:solidFill>
              </a:rPr>
              <a:t>Demonstrated superior performance over centralized systems.</a:t>
            </a:r>
            <a:endParaRPr sz="1600">
              <a:solidFill>
                <a:schemeClr val="tx1"/>
              </a:solidFill>
            </a:endParaRPr>
          </a:p>
          <a:p>
            <a:pPr marL="0" indent="0">
              <a:buNone/>
            </a:pPr>
            <a:endParaRPr sz="1600">
              <a:solidFill>
                <a:schemeClr val="tx1"/>
              </a:solidFill>
            </a:endParaRPr>
          </a:p>
          <a:p>
            <a:r>
              <a:rPr sz="1600">
                <a:solidFill>
                  <a:schemeClr val="tx1"/>
                </a:solidFill>
              </a:rPr>
              <a:t>Future: Support more biometrics, advanced cryptography (FHE), cross-chain interoperability.</a:t>
            </a:r>
            <a:endParaRPr sz="1600">
              <a:solidFill>
                <a:schemeClr val="tx1"/>
              </a:solidFill>
            </a:endParaRPr>
          </a:p>
          <a:p>
            <a:endParaRPr sz="1600">
              <a:solidFill>
                <a:schemeClr val="tx1"/>
              </a:solidFill>
            </a:endParaRPr>
          </a:p>
          <a:p>
            <a:r>
              <a:rPr sz="1600">
                <a:solidFill>
                  <a:schemeClr val="tx1"/>
                </a:solidFill>
              </a:rPr>
              <a:t>Elaboration: The system represents the future of digital identity, aligning with global trends towards decentralized, privacy-preserving trust infrastructures.</a:t>
            </a:r>
            <a:endParaRPr sz="1600">
              <a:solidFill>
                <a:schemeClr val="tx1"/>
              </a:solidFill>
            </a:endParaRPr>
          </a:p>
        </p:txBody>
      </p:sp>
      <p:sp>
        <p:nvSpPr>
          <p:cNvPr id="10" name="Title 6"/>
          <p:cNvSpPr>
            <a:spLocks noGrp="1"/>
          </p:cNvSpPr>
          <p:nvPr>
            <p:custDataLst>
              <p:tags r:id="rId2"/>
            </p:custDataLst>
          </p:nvPr>
        </p:nvSpPr>
        <p:spPr>
          <a:xfrm>
            <a:off x="521970" y="1127250"/>
            <a:ext cx="8100000" cy="540000"/>
          </a:xfrm>
          <a:prstGeom prst="rect">
            <a:avLst/>
          </a:prstGeom>
        </p:spPr>
        <p:txBody>
          <a:bodyPr vert="horz" wrap="square" lIns="0" tIns="0" rIns="0" bIns="0" rtlCol="0" anchor="b">
            <a:normAutofit/>
          </a:bodyPr>
          <a:lstStyle>
            <a:lvl1pPr>
              <a:defRPr u="none" strike="noStrike" kern="1200" cap="none" spc="0" normalizeH="0">
                <a:solidFill>
                  <a:srgbClr val="FFFFFF"/>
                </a:solidFill>
                <a:uFillTx/>
                <a:latin typeface="+mj-lt"/>
              </a:defRPr>
            </a:lvl1pPr>
          </a:lstStyle>
          <a:p>
            <a:pPr lvl="0" algn="l">
              <a:buClrTx/>
              <a:buSzTx/>
              <a:buFontTx/>
            </a:pPr>
            <a:r>
              <a:rPr sz="2200" b="1" dirty="0">
                <a:solidFill>
                  <a:schemeClr val="tx1"/>
                </a:solidFill>
                <a:ea typeface="+mj-ea"/>
                <a:cs typeface="+mn-ea"/>
                <a:sym typeface="+mn-ea"/>
              </a:rPr>
              <a:t>Conclusion &amp; Future Directions</a:t>
            </a:r>
            <a:r>
              <a:rPr lang="en-US" sz="2200" b="1" dirty="0">
                <a:solidFill>
                  <a:schemeClr val="tx1"/>
                </a:solidFill>
                <a:ea typeface="+mj-ea"/>
                <a:cs typeface="+mn-ea"/>
                <a:sym typeface="+mn-ea"/>
              </a:rPr>
              <a:t> </a:t>
            </a:r>
            <a:endParaRPr lang="en-US" sz="2200" b="1" dirty="0">
              <a:solidFill>
                <a:schemeClr val="tx1"/>
              </a:solidFill>
              <a:ea typeface="+mj-ea"/>
              <a:cs typeface="+mn-ea"/>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03605" y="2135505"/>
            <a:ext cx="3048000" cy="398780"/>
          </a:xfrm>
          <a:prstGeom prst="rect">
            <a:avLst/>
          </a:prstGeom>
          <a:noFill/>
        </p:spPr>
        <p:txBody>
          <a:bodyPr wrap="square" rtlCol="0">
            <a:spAutoFit/>
          </a:bodyPr>
          <a:p>
            <a:r>
              <a:rPr lang="en-US" sz="2000" b="1"/>
              <a:t>References</a:t>
            </a:r>
            <a:endParaRPr lang="en-US" sz="2000" b="1"/>
          </a:p>
        </p:txBody>
      </p:sp>
      <p:sp>
        <p:nvSpPr>
          <p:cNvPr id="3" name="Text Box 2"/>
          <p:cNvSpPr txBox="1"/>
          <p:nvPr/>
        </p:nvSpPr>
        <p:spPr>
          <a:xfrm>
            <a:off x="1471930" y="2763520"/>
            <a:ext cx="6200775" cy="368300"/>
          </a:xfrm>
          <a:prstGeom prst="rect">
            <a:avLst/>
          </a:prstGeom>
          <a:noFill/>
        </p:spPr>
        <p:txBody>
          <a:bodyPr wrap="square" rtlCol="0">
            <a:spAutoFit/>
          </a:bodyPr>
          <a:p>
            <a:pPr marL="285750" indent="-285750">
              <a:buFont typeface="Arial" panose="020B0604020202020204" pitchFamily="34" charset="0"/>
              <a:buChar char="•"/>
            </a:pPr>
            <a:r>
              <a:rPr lang="en-US" altLang="en-US"/>
              <a:t>https://ieeexplore.ieee.org/document/10516166</a:t>
            </a:r>
            <a:endParaRPr lang="en-US" altLang="en-US"/>
          </a:p>
        </p:txBody>
      </p:sp>
      <p:sp>
        <p:nvSpPr>
          <p:cNvPr id="5" name="Text Box 4"/>
          <p:cNvSpPr txBox="1"/>
          <p:nvPr/>
        </p:nvSpPr>
        <p:spPr>
          <a:xfrm>
            <a:off x="1457325" y="3301365"/>
            <a:ext cx="6811645" cy="645160"/>
          </a:xfrm>
          <a:prstGeom prst="rect">
            <a:avLst/>
          </a:prstGeom>
          <a:noFill/>
        </p:spPr>
        <p:txBody>
          <a:bodyPr wrap="square" rtlCol="0">
            <a:spAutoFit/>
          </a:bodyPr>
          <a:p>
            <a:pPr marL="285750" indent="-285750">
              <a:buFont typeface="Arial" panose="020B0604020202020204" pitchFamily="34" charset="0"/>
              <a:buChar char="•"/>
            </a:pPr>
            <a:r>
              <a:rPr lang="en-US" altLang="en-US"/>
              <a:t>https://link.springer.com/article/10.1007/s10586-023-04180-x</a:t>
            </a:r>
            <a:endParaRPr lang="en-US"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 name="KSO_WM_BEAUTIFY_FLAG" val="#wm#"/>
</p:tagLst>
</file>

<file path=ppt/tags/tag7.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8.xml><?xml version="1.0" encoding="utf-8"?>
<p:tagLst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80"/>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2.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_1*f*4"/>
  <p:tag name="KSO_WM_UNIT_LAYERLEVEL" val="1"/>
  <p:tag name="KSO_WM_TAG_VERSION" val="3.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i*8"/>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i*9"/>
  <p:tag name="KSO_WM_UNIT_LAYERLEVEL" val="1"/>
  <p:tag name="KSO_WM_TAG_VERSION" val="3.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1*i*10"/>
  <p:tag name="KSO_WM_UNIT_LAYERLEVEL" val="1"/>
  <p:tag name="KSO_WM_TAG_VERSION" val="3.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_1*i*11"/>
  <p:tag name="KSO_WM_UNIT_LAYERLEVEL" val="1"/>
  <p:tag name="KSO_WM_TAG_VERSION" val="3.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_1*i*12"/>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_1*i*13"/>
  <p:tag name="KSO_WM_UNIT_LAYERLEVEL" val="1"/>
  <p:tag name="KSO_WM_TAG_VERSION" val="3.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_1*i*14"/>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_1*i*15"/>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_1*i*16"/>
  <p:tag name="KSO_WM_UNIT_LAYERLEVEL" val="1"/>
  <p:tag name="KSO_WM_TAG_VERSION" val="3.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_1*i*17"/>
  <p:tag name="KSO_WM_UNIT_LAYERLEVEL" val="1"/>
  <p:tag name="KSO_WM_TAG_VERSION" val="3.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
  <p:tag name="KSO_WM_UNIT_ID" val="_1*i*18"/>
  <p:tag name="KSO_WM_UNIT_LAYERLEVEL" val="1"/>
  <p:tag name="KSO_WM_TAG_VERSION" val="3.0"/>
  <p:tag name="KSO_WM_BEAUTIFY_FLAG" val="#wm#"/>
</p:tagLst>
</file>

<file path=ppt/tags/tag2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26.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3*i*2"/>
  <p:tag name="KSO_WM_UNIT_LAYERLEVEL" val="1"/>
  <p:tag name="KSO_WM_TAG_VERSION" val="3.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3*i*3"/>
  <p:tag name="KSO_WM_UNIT_LAYERLEVEL" val="1"/>
  <p:tag name="KSO_WM_TAG_VERSION" val="3.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3*i*4"/>
  <p:tag name="KSO_WM_UNIT_LAYERLEVEL" val="1"/>
  <p:tag name="KSO_WM_TAG_VERSION" val="3.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3*i*5"/>
  <p:tag name="KSO_WM_UNIT_LAYERLEVEL" val="1"/>
  <p:tag name="KSO_WM_TAG_VERSION" val="3.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3*i*6"/>
  <p:tag name="KSO_WM_UNIT_LAYERLEVEL" val="1"/>
  <p:tag name="KSO_WM_TAG_VERSION" val="3.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3*i*7"/>
  <p:tag name="KSO_WM_UNIT_LAYERLEVEL" val="1"/>
  <p:tag name="KSO_WM_TAG_VERSION" val="3.0"/>
  <p:tag name="KSO_WM_BEAUTIFY_FLAG" val="#wm#"/>
</p:tagLst>
</file>

<file path=ppt/tags/tag37.xml><?xml version="1.0" encoding="utf-8"?>
<p:tagLst xmlns:p="http://schemas.openxmlformats.org/presentationml/2006/main">
  <p:tag name="KSO_WM_UNIT_ISCONTENTSTITLE" val="1"/>
  <p:tag name="KSO_WM_UNIT_ISNUMDGMTITLE" val="0"/>
  <p:tag name="KSO_WM_UNIT_PRESET_TEXT" val="标题"/>
  <p:tag name="KSO_WM_UNIT_NOCLEAR" val="0"/>
  <p:tag name="KSO_WM_UNIT_VALUE" val="3"/>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4*i*2"/>
  <p:tag name="KSO_WM_UNIT_LAYERLEVEL" val="1"/>
  <p:tag name="KSO_WM_TAG_VERSION" val="3.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4*i*4"/>
  <p:tag name="KSO_WM_UNIT_LAYERLEVEL" val="1"/>
  <p:tag name="KSO_WM_TAG_VERSION" val="3.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4*i*5"/>
  <p:tag name="KSO_WM_UNIT_LAYERLEVEL" val="1"/>
  <p:tag name="KSO_WM_TAG_VERSION" val="3.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4*i*6"/>
  <p:tag name="KSO_WM_UNIT_LAYERLEVEL" val="1"/>
  <p:tag name="KSO_WM_TAG_VERSION" val="3.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4*i*7"/>
  <p:tag name="KSO_WM_UNIT_LAYERLEVEL" val="1"/>
  <p:tag name="KSO_WM_TAG_VERSION" val="3.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4*i*8"/>
  <p:tag name="KSO_WM_UNIT_LAYERLEVEL" val="1"/>
  <p:tag name="KSO_WM_TAG_VERSION" val="3.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4*i*9"/>
  <p:tag name="KSO_WM_UNIT_LAYERLEVEL" val="1"/>
  <p:tag name="KSO_WM_TAG_VERSION" val="3.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4*i*10"/>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_4*i*11"/>
  <p:tag name="KSO_WM_UNIT_LAYERLEVEL" val="1"/>
  <p:tag name="KSO_WM_TAG_VERSION" val="3.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_4*i*12"/>
  <p:tag name="KSO_WM_UNIT_LAYERLEVEL" val="1"/>
  <p:tag name="KSO_WM_TAG_VERSION" val="3.0"/>
  <p:tag name="KSO_WM_BEAUTIFY_FLAG" val="#wm#"/>
</p:tagLst>
</file>

<file path=ppt/tags/tag5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57.xml><?xml version="1.0" encoding="utf-8"?>
<p:tagLst xmlns:p="http://schemas.openxmlformats.org/presentationml/2006/main">
  <p:tag name="KSO_WM_UNIT_PRESET_TEXT" val="节编号"/>
  <p:tag name="KSO_WM_UNIT_NOCLEAR" val="0"/>
  <p:tag name="KSO_WM_UNIT_VALUE" val="13"/>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58.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Lst>
</file>

<file path=ppt/tags/tag59.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Lst>
</file>

<file path=ppt/tags/tag60.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6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Lst>
</file>

<file path=ppt/tags/tag65.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66.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Lst>
</file>

<file path=ppt/tags/tag67.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68.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7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79.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96"/>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8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Lst>
</file>

<file path=ppt/tags/tag84.xml><?xml version="1.0" encoding="utf-8"?>
<p:tagLst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40"/>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3.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3.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1*i*4"/>
  <p:tag name="KSO_WM_UNIT_LAYERLEVEL" val="1"/>
  <p:tag name="KSO_WM_TAG_VERSION" val="3.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1*i*5"/>
  <p:tag name="KSO_WM_UNIT_LAYERLEVEL" val="1"/>
  <p:tag name="KSO_WM_TAG_VERSION" val="3.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11*i*6"/>
  <p:tag name="KSO_WM_UNIT_LAYERLEVEL" val="1"/>
  <p:tag name="KSO_WM_TAG_VERSION" val="3.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11*i*7"/>
  <p:tag name="KSO_WM_UNIT_LAYERLEVEL" val="1"/>
  <p:tag name="KSO_WM_TAG_VERSION" val="3.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1*i*8"/>
  <p:tag name="KSO_WM_UNIT_LAYERLEVEL" val="1"/>
  <p:tag name="KSO_WM_TAG_VERSION" val="3.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1*i*9"/>
  <p:tag name="KSO_WM_UNIT_LAYERLEVEL" val="1"/>
  <p:tag name="KSO_WM_TAG_VERSION" val="3.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11*i*10"/>
  <p:tag name="KSO_WM_UNIT_LAYERLEVEL" val="1"/>
  <p:tag name="KSO_WM_TAG_VERSION" val="3.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_11*i*11"/>
  <p:tag name="KSO_WM_UNIT_LAYERLEVEL" val="1"/>
  <p:tag name="KSO_WM_TAG_VERSION" val="3.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_11*i*12"/>
  <p:tag name="KSO_WM_UNIT_LAYERLEVEL" val="1"/>
  <p:tag name="KSO_WM_TAG_VERSION" val="3.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_11*i*13"/>
  <p:tag name="KSO_WM_UNIT_LAYERLEVEL" val="1"/>
  <p:tag name="KSO_WM_TAG_VERSION" val="3.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_11*i*14"/>
  <p:tag name="KSO_WM_UNIT_LAYERLEVEL" val="1"/>
  <p:tag name="KSO_WM_TAG_VERSION" val="3.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_11*i*15"/>
  <p:tag name="KSO_WM_UNIT_LAYERLEVEL" val="1"/>
  <p:tag name="KSO_WM_TAG_VERSION" val="3.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_11*i*16"/>
  <p:tag name="KSO_WM_UNIT_LAYERLEVEL" val="1"/>
  <p:tag name="KSO_WM_TAG_VERSION" val="3.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_11*i*17"/>
  <p:tag name="KSO_WM_UNIT_LAYERLEVEL" val="1"/>
  <p:tag name="KSO_WM_TAG_VERSION" val="3.0"/>
  <p:tag name="KSO_WM_BEAUTIFY_FLAG" val="#wm#"/>
</p:tagLst>
</file>

<file path=ppt/tags/tag10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ags/tag106.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5"/>
  <p:tag name="KSO_WM_UNIT_ID" val="_11*f*5"/>
  <p:tag name="KSO_WM_UNIT_LAYERLEVEL" val="1"/>
  <p:tag name="KSO_WM_TAG_VERSION" val="3.0"/>
  <p:tag name="KSO_WM_BEAUTIFY_FLAG" val="#wm#"/>
</p:tagLst>
</file>

<file path=ppt/tags/tag10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
  <p:tag name="KSO_WM_UNIT_ID" val="_11*i*18"/>
  <p:tag name="KSO_WM_UNIT_LAYERLEVEL" val="1"/>
  <p:tag name="KSO_WM_TAG_VERSION" val="3.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0*i*3"/>
  <p:tag name="KSO_WM_UNIT_LAYERLEVEL" val="1"/>
  <p:tag name="KSO_WM_TAG_VERSION" val="3.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0*i*4"/>
  <p:tag name="KSO_WM_UNIT_LAYERLEVEL" val="1"/>
  <p:tag name="KSO_WM_TAG_VERSION" val="3.0"/>
  <p:tag name="KSO_WM_BEAUTIFY_FLAG" val="#wm#"/>
</p:tagLst>
</file>

<file path=ppt/tags/tag11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
  <p:tag name="KSO_WM_UNIT_ID" val="_0*i*5"/>
  <p:tag name="KSO_WM_UNIT_LAYERLEVEL" val="1"/>
  <p:tag name="KSO_WM_TAG_VERSION" val="1.0"/>
  <p:tag name="KSO_WM_BEAUTIFY_FLAG" val="#wm#"/>
  <p:tag name="KSO_WM_TEMPLATE_CATEGORY" val="custom"/>
  <p:tag name="KSO_WM_TEMPLATE_INDEX" val="20238136"/>
</p:tagLst>
</file>

<file path=ppt/tags/tag116.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i"/>
  <p:tag name="KSO_WM_UNIT_INDEX" val="6"/>
  <p:tag name="KSO_WM_UNIT_ID" val="_0*i*6"/>
  <p:tag name="KSO_WM_UNIT_LAYERLEVEL" val="1"/>
  <p:tag name="KSO_WM_TAG_VERSION" val="1.0"/>
  <p:tag name="KSO_WM_BEAUTIFY_FLAG" val="#wm#"/>
  <p:tag name="KSO_WM_TEMPLATE_CATEGORY" val="custom"/>
  <p:tag name="KSO_WM_TEMPLATE_INDEX" val="20238136"/>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20.xml><?xml version="1.0" encoding="utf-8"?>
<p:tagLst xmlns:p="http://schemas.openxmlformats.org/presentationml/2006/main">
  <p:tag name="KSO_WM_TEMPLATE_THUMBS_INDEX" val="1、9"/>
  <p:tag name="KSO_WM_SPECIAL_SOURCE" val="bdnull"/>
  <p:tag name="KSO_WM_TEMPLATE_SUBCATEGORY" val="29"/>
  <p:tag name="KSO_WM_TEMPLATE_MASTER_TYPE" val="0"/>
  <p:tag name="KSO_WM_TEMPLATE_COLOR_TYPE" val="0"/>
  <p:tag name="KSO_WM_TAG_VERSION" val="3.0"/>
  <p:tag name="KSO_WM_BEAUTIFY_FLAG" val="#wm#"/>
  <p:tag name="KSO_WM_TEMPLATE_CATEGORY" val="custom"/>
  <p:tag name="KSO_WM_TEMPLATE_INDEX" val="20238136"/>
</p:tagLst>
</file>

<file path=ppt/tags/tag121.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8136_1*a*1"/>
  <p:tag name="KSO_WM_TEMPLATE_CATEGORY" val="custom"/>
  <p:tag name="KSO_WM_TEMPLATE_INDEX" val="20238136"/>
  <p:tag name="KSO_WM_UNIT_LAYERLEVEL" val="1"/>
  <p:tag name="KSO_WM_TAG_VERSION" val="3.0"/>
  <p:tag name="KSO_WM_BEAUTIFY_FLAG" val="#wm#"/>
  <p:tag name="KSO_WM_UNIT_PRESET_TEXT" val="The title goes here"/>
</p:tagLst>
</file>

<file path=ppt/tags/tag122.xml><?xml version="1.0" encoding="utf-8"?>
<p:tagLst xmlns:p="http://schemas.openxmlformats.org/presentationml/2006/main">
  <p:tag name="KSO_WM_UNIT_ISCONTENTSTITLE" val="0"/>
  <p:tag name="KSO_WM_UNIT_ISNUMDGMTITLE" val="0"/>
  <p:tag name="KSO_WM_UNIT_NOCLEAR" val="0"/>
  <p:tag name="KSO_WM_UNIT_VALUE" val="80"/>
  <p:tag name="KSO_WM_UNIT_HIGHLIGHT" val="0"/>
  <p:tag name="KSO_WM_UNIT_COMPATIBLE" val="0"/>
  <p:tag name="KSO_WM_UNIT_DIAGRAM_ISNUMVISUAL" val="0"/>
  <p:tag name="KSO_WM_UNIT_DIAGRAM_ISREFERUNIT" val="0"/>
  <p:tag name="KSO_WM_UNIT_TYPE" val="b"/>
  <p:tag name="KSO_WM_UNIT_INDEX" val="1"/>
  <p:tag name="KSO_WM_UNIT_ID" val="custom20238136_1*b*1"/>
  <p:tag name="KSO_WM_TEMPLATE_CATEGORY" val="custom"/>
  <p:tag name="KSO_WM_TEMPLATE_INDEX" val="20238136"/>
  <p:tag name="KSO_WM_UNIT_LAYERLEVEL" val="1"/>
  <p:tag name="KSO_WM_TAG_VERSION" val="3.0"/>
  <p:tag name="KSO_WM_BEAUTIFY_FLAG" val="#wm#"/>
  <p:tag name="KSO_WM_UNIT_PRESET_TEXT" val="Add description"/>
</p:tagLst>
</file>

<file path=ppt/tags/tag123.xml><?xml version="1.0" encoding="utf-8"?>
<p:tagLst xmlns:p="http://schemas.openxmlformats.org/presentationml/2006/main">
  <p:tag name="KSO_WM_UNIT_SUBTYPE" val="b"/>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custom20238136_1*f*4"/>
  <p:tag name="KSO_WM_TEMPLATE_CATEGORY" val="custom"/>
  <p:tag name="KSO_WM_TEMPLATE_INDEX" val="20238136"/>
  <p:tag name="KSO_WM_UNIT_LAYERLEVEL" val="1"/>
  <p:tag name="KSO_WM_TAG_VERSION" val="3.0"/>
  <p:tag name="KSO_WM_BEAUTIFY_FLAG" val="#wm#"/>
  <p:tag name="KSO_WM_UNIT_PRESET_TEXT" val="Name"/>
</p:tagLst>
</file>

<file path=ppt/tags/tag124.xml><?xml version="1.0" encoding="utf-8"?>
<p:tagLst xmlns:p="http://schemas.openxmlformats.org/presentationml/2006/main">
  <p:tag name="KSO_WM_TEMPLATE_THUMBS_INDEX" val="1、9"/>
  <p:tag name="KSO_WM_SPECIAL_SOURCE" val="bdnull"/>
  <p:tag name="KSO_WM_SLIDE_ID" val="custom20238136_1"/>
  <p:tag name="KSO_WM_TEMPLATE_SUBCATEGORY" val="29"/>
  <p:tag name="KSO_WM_TEMPLATE_MASTER_TYPE" val="0"/>
  <p:tag name="KSO_WM_TEMPLATE_COLOR_TYPE" val="0"/>
  <p:tag name="KSO_WM_SLIDE_TYPE" val="title"/>
  <p:tag name="KSO_WM_SLIDE_SUBTYPE" val="pureTxt"/>
  <p:tag name="KSO_WM_SLIDE_ITEM_CNT" val="0"/>
  <p:tag name="KSO_WM_SLIDE_INDEX" val="1"/>
  <p:tag name="KSO_WM_TAG_VERSION" val="3.0"/>
  <p:tag name="KSO_WM_BEAUTIFY_FLAG" val="#wm#"/>
  <p:tag name="KSO_WM_TEMPLATE_CATEGORY" val="custom"/>
  <p:tag name="KSO_WM_TEMPLATE_INDEX" val="20238136"/>
  <p:tag name="KSO_WM_SLIDE_LAYOUT" val="a_b_f"/>
  <p:tag name="KSO_WM_SLIDE_LAYOUT_CNT" val="1_1_1"/>
  <p:tag name="KSO_WM_SLIDE_THEME_ID" val="3323414"/>
  <p:tag name="KSO_WM_SLIDE_THEME_NAME" val="Z_20238136_Red Tech Office"/>
</p:tagLst>
</file>

<file path=ppt/tags/tag125.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26.xml><?xml version="1.0" encoding="utf-8"?>
<p:tagLst xmlns:p="http://schemas.openxmlformats.org/presentationml/2006/main">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27.xml><?xml version="1.0" encoding="utf-8"?>
<p:tagLst xmlns:p="http://schemas.openxmlformats.org/presentationml/2006/main">
  <p:tag name="KSO_WM_SLIDE_TYPE" val="text"/>
  <p:tag name="KSO_WM_BEAUTIFY_FLAG" val="#wm#"/>
  <p:tag name="KSO_WM_SPECIAL_SOURCE" val="bdnull"/>
  <p:tag name="KSO_WM_SLIDE_ID" val="custom20230267_8"/>
  <p:tag name="KSO_WM_TEMPLATE_SUBCATEGORY" val="29"/>
  <p:tag name="KSO_WM_TEMPLATE_MASTER_TYPE" val="0"/>
  <p:tag name="KSO_WM_TEMPLATE_COLOR_TYPE" val="0"/>
  <p:tag name="KSO_WM_SLIDE_SUBTYPE" val="pureTxt"/>
  <p:tag name="KSO_WM_SLIDE_LAYOUT_NAME" val="标题和内容"/>
  <p:tag name="KSO_WM_SLIDE_ITEM_CNT" val="0"/>
  <p:tag name="KSO_WM_SLIDE_INDEX" val="8"/>
  <p:tag name="KSO_WM_SLIDE_SIZE" val="850*457"/>
  <p:tag name="KSO_WM_SLIDE_POSITION" val="54*28"/>
  <p:tag name="KSO_WM_TAG_VERSION" val="3.0"/>
  <p:tag name="KSO_WM_TEMPLATE_CATEGORY" val="custom"/>
  <p:tag name="KSO_WM_TEMPLATE_INDEX" val="20230267"/>
  <p:tag name="KSO_WM_SLIDE_LAYOUT" val="a_f"/>
  <p:tag name="KSO_WM_SLIDE_LAYOUT_CNT" val="1_1"/>
</p:tagLst>
</file>

<file path=ppt/tags/tag128.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29.xml><?xml version="1.0" encoding="utf-8"?>
<p:tagLst xmlns:p="http://schemas.openxmlformats.org/presentationml/2006/main">
  <p:tag name="KSO_WM_UNIT_INDEX" val="1"/>
  <p:tag name="KSO_WM_UNIT_TYPE" val="a"/>
  <p:tag name="KSO_WM_BEAUTIFY_FLAG" val="#wm#"/>
  <p:tag name="KSO_WM_UNIT_TEXT" val="Introductio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30.xml><?xml version="1.0" encoding="utf-8"?>
<p:tagLst xmlns:p="http://schemas.openxmlformats.org/presentationml/2006/main">
  <p:tag name="KSO_WM_SLIDE_TYPE" val="text"/>
  <p:tag name="KSO_WM_BEAUTIFY_FLAG" val="#wm#"/>
  <p:tag name="KSO_WM_SPECIAL_SOURCE" val="bdnull"/>
  <p:tag name="KSO_WM_SLIDE_ID" val="custom20230267_8"/>
  <p:tag name="KSO_WM_TEMPLATE_SUBCATEGORY" val="29"/>
  <p:tag name="KSO_WM_TEMPLATE_MASTER_TYPE" val="0"/>
  <p:tag name="KSO_WM_TEMPLATE_COLOR_TYPE" val="0"/>
  <p:tag name="KSO_WM_SLIDE_SUBTYPE" val="pureTxt"/>
  <p:tag name="KSO_WM_SLIDE_LAYOUT_NAME" val="标题和内容"/>
  <p:tag name="KSO_WM_SLIDE_ITEM_CNT" val="0"/>
  <p:tag name="KSO_WM_SLIDE_INDEX" val="8"/>
  <p:tag name="KSO_WM_SLIDE_SIZE" val="850*457"/>
  <p:tag name="KSO_WM_SLIDE_POSITION" val="54*28"/>
  <p:tag name="KSO_WM_TAG_VERSION" val="3.0"/>
  <p:tag name="KSO_WM_TEMPLATE_CATEGORY" val="custom"/>
  <p:tag name="KSO_WM_TEMPLATE_INDEX" val="20230267"/>
  <p:tag name="KSO_WM_SLIDE_LAYOUT" val="a_f"/>
  <p:tag name="KSO_WM_SLIDE_LAYOUT_CNT" val="1_1"/>
</p:tagLst>
</file>

<file path=ppt/tags/tag131.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32.xml><?xml version="1.0" encoding="utf-8"?>
<p:tagLst xmlns:p="http://schemas.openxmlformats.org/presentationml/2006/main">
  <p:tag name="KSO_WM_UNIT_INDEX" val="1"/>
  <p:tag name="KSO_WM_UNIT_TYPE" val="a"/>
  <p:tag name="KSO_WM_BEAUTIFY_FLAG" val="#wm#"/>
  <p:tag name="KSO_WM_UNIT_TEXT" val="Abstract &amp; Core Ideas"/>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33.xml><?xml version="1.0" encoding="utf-8"?>
<p:tagLst xmlns:p="http://schemas.openxmlformats.org/presentationml/2006/main">
  <p:tag name="KSO_WM_SLIDE_TYPE" val="text"/>
  <p:tag name="KSO_WM_BEAUTIFY_FLAG" val="#wm#"/>
  <p:tag name="KSO_WM_SPECIAL_SOURCE" val="bdnull"/>
  <p:tag name="KSO_WM_SLIDE_ID" val="custom20230267_8"/>
  <p:tag name="KSO_WM_TEMPLATE_SUBCATEGORY" val="29"/>
  <p:tag name="KSO_WM_TEMPLATE_MASTER_TYPE" val="0"/>
  <p:tag name="KSO_WM_TEMPLATE_COLOR_TYPE" val="0"/>
  <p:tag name="KSO_WM_SLIDE_SUBTYPE" val="pureTxt"/>
  <p:tag name="KSO_WM_SLIDE_LAYOUT_NAME" val="标题和内容"/>
  <p:tag name="KSO_WM_SLIDE_ITEM_CNT" val="0"/>
  <p:tag name="KSO_WM_SLIDE_INDEX" val="8"/>
  <p:tag name="KSO_WM_SLIDE_SIZE" val="850*457"/>
  <p:tag name="KSO_WM_SLIDE_POSITION" val="54*28"/>
  <p:tag name="KSO_WM_TAG_VERSION" val="3.0"/>
  <p:tag name="KSO_WM_TEMPLATE_CATEGORY" val="custom"/>
  <p:tag name="KSO_WM_TEMPLATE_INDEX" val="20230267"/>
  <p:tag name="KSO_WM_SLIDE_LAYOUT" val="a_f"/>
  <p:tag name="KSO_WM_SLIDE_LAYOUT_CNT" val="1_1"/>
</p:tagLst>
</file>

<file path=ppt/tags/tag134.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35.xml><?xml version="1.0" encoding="utf-8"?>
<p:tagLst xmlns:p="http://schemas.openxmlformats.org/presentationml/2006/main">
  <p:tag name="KSO_WM_UNIT_INDEX" val="3"/>
  <p:tag name="KSO_WM_UNIT_TYPE" val="a"/>
  <p:tag name="KSO_WM_BEAUTIFY_FLAG" val="#wm#"/>
  <p:tag name="KSO_WM_UNIT_TEXT" val="System Workflow"/>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LAYERLEVEL" val="1"/>
  <p:tag name="KSO_WM_TAG_VERSION" val="3.0"/>
</p:tagLst>
</file>

<file path=ppt/tags/tag136.xml><?xml version="1.0" encoding="utf-8"?>
<p:tagLst xmlns:p="http://schemas.openxmlformats.org/presentationml/2006/main">
  <p:tag name="KSO_WM_SLIDE_TYPE" val="text"/>
  <p:tag name="KSO_WM_BEAUTIFY_FLAG" val="#wm#"/>
  <p:tag name="KSO_WM_SPECIAL_SOURCE" val="bdnull"/>
  <p:tag name="KSO_WM_SLIDE_ID" val="custom20230267_8"/>
  <p:tag name="KSO_WM_TEMPLATE_SUBCATEGORY" val="29"/>
  <p:tag name="KSO_WM_TEMPLATE_MASTER_TYPE" val="0"/>
  <p:tag name="KSO_WM_TEMPLATE_COLOR_TYPE" val="0"/>
  <p:tag name="KSO_WM_SLIDE_SUBTYPE" val="pureTxt"/>
  <p:tag name="KSO_WM_SLIDE_LAYOUT_NAME" val="标题和内容"/>
  <p:tag name="KSO_WM_SLIDE_ITEM_CNT" val="0"/>
  <p:tag name="KSO_WM_SLIDE_INDEX" val="8"/>
  <p:tag name="KSO_WM_SLIDE_SIZE" val="850*457"/>
  <p:tag name="KSO_WM_SLIDE_POSITION" val="54*28"/>
  <p:tag name="KSO_WM_TAG_VERSION" val="3.0"/>
  <p:tag name="KSO_WM_TEMPLATE_CATEGORY" val="custom"/>
  <p:tag name="KSO_WM_TEMPLATE_INDEX" val="20230267"/>
  <p:tag name="KSO_WM_SLIDE_LAYOUT" val="a_f"/>
  <p:tag name="KSO_WM_SLIDE_LAYOUT_CNT" val="1_1"/>
</p:tagLst>
</file>

<file path=ppt/tags/tag137.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38.xml><?xml version="1.0" encoding="utf-8"?>
<p:tagLst xmlns:p="http://schemas.openxmlformats.org/presentationml/2006/main">
  <p:tag name="KSO_WM_UNIT_INDEX" val="1"/>
  <p:tag name="KSO_WM_UNIT_TYPE" val="a"/>
  <p:tag name="KSO_WM_BEAUTIFY_FLAG" val="#wm#"/>
  <p:tag name="KSO_WM_UNIT_TEXT" val="Multi-Modal Biometric Integratio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39.xml><?xml version="1.0" encoding="utf-8"?>
<p:tagLst xmlns:p="http://schemas.openxmlformats.org/presentationml/2006/main">
  <p:tag name="KSO_WM_SLIDE_TYPE" val="text"/>
  <p:tag name="KSO_WM_BEAUTIFY_FLAG" val="#wm#"/>
  <p:tag name="KSO_WM_SPECIAL_SOURCE" val="bdnull"/>
  <p:tag name="KSO_WM_SLIDE_ID" val="custom20230267_8"/>
  <p:tag name="KSO_WM_TEMPLATE_SUBCATEGORY" val="29"/>
  <p:tag name="KSO_WM_TEMPLATE_MASTER_TYPE" val="0"/>
  <p:tag name="KSO_WM_TEMPLATE_COLOR_TYPE" val="0"/>
  <p:tag name="KSO_WM_SLIDE_SUBTYPE" val="pureTxt"/>
  <p:tag name="KSO_WM_SLIDE_LAYOUT_NAME" val="标题和内容"/>
  <p:tag name="KSO_WM_SLIDE_ITEM_CNT" val="0"/>
  <p:tag name="KSO_WM_SLIDE_INDEX" val="8"/>
  <p:tag name="KSO_WM_SLIDE_SIZE" val="850*457"/>
  <p:tag name="KSO_WM_SLIDE_POSITION" val="54*28"/>
  <p:tag name="KSO_WM_TAG_VERSION" val="3.0"/>
  <p:tag name="KSO_WM_TEMPLATE_CATEGORY" val="custom"/>
  <p:tag name="KSO_WM_TEMPLATE_INDEX" val="20230267"/>
  <p:tag name="KSO_WM_SLIDE_LAYOUT" val="a_f"/>
  <p:tag name="KSO_WM_SLIDE_LAYOUT_CNT" val="1_1"/>
</p:tagLst>
</file>

<file path=ppt/tags/tag140.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41.xml><?xml version="1.0" encoding="utf-8"?>
<p:tagLst xmlns:p="http://schemas.openxmlformats.org/presentationml/2006/main">
  <p:tag name="KSO_WM_UNIT_INDEX" val="1"/>
  <p:tag name="KSO_WM_UNIT_TYPE" val="a"/>
  <p:tag name="KSO_WM_BEAUTIFY_FLAG" val="#wm#"/>
  <p:tag name="KSO_WM_UNIT_TEXT" val="Blockchain Integration &amp; Smart Contracts"/>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42.xml><?xml version="1.0" encoding="utf-8"?>
<p:tagLst xmlns:p="http://schemas.openxmlformats.org/presentationml/2006/main">
  <p:tag name="KSO_WM_SLIDE_TYPE" val="text"/>
  <p:tag name="KSO_WM_BEAUTIFY_FLAG" val="#wm#"/>
  <p:tag name="KSO_WM_SPECIAL_SOURCE" val="bdnull"/>
  <p:tag name="KSO_WM_SLIDE_ID" val="custom20230267_8"/>
  <p:tag name="KSO_WM_TEMPLATE_SUBCATEGORY" val="29"/>
  <p:tag name="KSO_WM_TEMPLATE_MASTER_TYPE" val="0"/>
  <p:tag name="KSO_WM_TEMPLATE_COLOR_TYPE" val="0"/>
  <p:tag name="KSO_WM_SLIDE_SUBTYPE" val="pureTxt"/>
  <p:tag name="KSO_WM_SLIDE_LAYOUT_NAME" val="标题和内容"/>
  <p:tag name="KSO_WM_SLIDE_ITEM_CNT" val="0"/>
  <p:tag name="KSO_WM_SLIDE_INDEX" val="8"/>
  <p:tag name="KSO_WM_SLIDE_SIZE" val="850*457"/>
  <p:tag name="KSO_WM_SLIDE_POSITION" val="54*28"/>
  <p:tag name="KSO_WM_TAG_VERSION" val="3.0"/>
  <p:tag name="KSO_WM_TEMPLATE_CATEGORY" val="custom"/>
  <p:tag name="KSO_WM_TEMPLATE_INDEX" val="20230267"/>
  <p:tag name="KSO_WM_SLIDE_LAYOUT" val="a_f"/>
  <p:tag name="KSO_WM_SLIDE_LAYOUT_CNT" val="1_1"/>
</p:tagLst>
</file>

<file path=ppt/tags/tag143.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44.xml><?xml version="1.0" encoding="utf-8"?>
<p:tagLst xmlns:p="http://schemas.openxmlformats.org/presentationml/2006/main">
  <p:tag name="KSO_WM_UNIT_INDEX" val="1"/>
  <p:tag name="KSO_WM_UNIT_TYPE" val="a"/>
  <p:tag name="KSO_WM_BEAUTIFY_FLAG" val="#wm#"/>
  <p:tag name="KSO_WM_UNIT_TEXT" val="Computer Vision &amp; AI for Biometric Analysis"/>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45.xml><?xml version="1.0" encoding="utf-8"?>
<p:tagLst xmlns:p="http://schemas.openxmlformats.org/presentationml/2006/main">
  <p:tag name="KSO_WM_SLIDE_TYPE" val="text"/>
  <p:tag name="KSO_WM_BEAUTIFY_FLAG" val="#wm#"/>
  <p:tag name="KSO_WM_SPECIAL_SOURCE" val="bdnull"/>
  <p:tag name="KSO_WM_SLIDE_ID" val="custom20230267_8"/>
  <p:tag name="KSO_WM_TEMPLATE_SUBCATEGORY" val="29"/>
  <p:tag name="KSO_WM_TEMPLATE_MASTER_TYPE" val="0"/>
  <p:tag name="KSO_WM_TEMPLATE_COLOR_TYPE" val="0"/>
  <p:tag name="KSO_WM_SLIDE_SUBTYPE" val="pureTxt"/>
  <p:tag name="KSO_WM_SLIDE_LAYOUT_NAME" val="标题和内容"/>
  <p:tag name="KSO_WM_SLIDE_ITEM_CNT" val="0"/>
  <p:tag name="KSO_WM_SLIDE_INDEX" val="8"/>
  <p:tag name="KSO_WM_SLIDE_SIZE" val="850*457"/>
  <p:tag name="KSO_WM_SLIDE_POSITION" val="54*28"/>
  <p:tag name="KSO_WM_TAG_VERSION" val="3.0"/>
  <p:tag name="KSO_WM_TEMPLATE_CATEGORY" val="custom"/>
  <p:tag name="KSO_WM_TEMPLATE_INDEX" val="20230267"/>
  <p:tag name="KSO_WM_SLIDE_LAYOUT" val="a_f"/>
  <p:tag name="KSO_WM_SLIDE_LAYOUT_CNT" val="1_1"/>
</p:tagLst>
</file>

<file path=ppt/tags/tag146.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47.xml><?xml version="1.0" encoding="utf-8"?>
<p:tagLst xmlns:p="http://schemas.openxmlformats.org/presentationml/2006/main">
  <p:tag name="KSO_WM_UNIT_INDEX" val="1"/>
  <p:tag name="KSO_WM_UNIT_TYPE" val="a"/>
  <p:tag name="KSO_WM_BEAUTIFY_FLAG" val="#wm#"/>
  <p:tag name="KSO_WM_UNIT_TEXT" val="Experimental Results &amp; Performance"/>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48.xml><?xml version="1.0" encoding="utf-8"?>
<p:tagLst xmlns:p="http://schemas.openxmlformats.org/presentationml/2006/main">
  <p:tag name="KSO_WM_SLIDE_TYPE" val="text"/>
  <p:tag name="KSO_WM_BEAUTIFY_FLAG" val="#wm#"/>
  <p:tag name="KSO_WM_SPECIAL_SOURCE" val="bdnull"/>
  <p:tag name="KSO_WM_SLIDE_ID" val="custom20230267_8"/>
  <p:tag name="KSO_WM_TEMPLATE_SUBCATEGORY" val="29"/>
  <p:tag name="KSO_WM_TEMPLATE_MASTER_TYPE" val="0"/>
  <p:tag name="KSO_WM_TEMPLATE_COLOR_TYPE" val="0"/>
  <p:tag name="KSO_WM_SLIDE_SUBTYPE" val="pureTxt"/>
  <p:tag name="KSO_WM_SLIDE_LAYOUT_NAME" val="标题和内容"/>
  <p:tag name="KSO_WM_SLIDE_ITEM_CNT" val="0"/>
  <p:tag name="KSO_WM_SLIDE_INDEX" val="8"/>
  <p:tag name="KSO_WM_SLIDE_SIZE" val="850*457"/>
  <p:tag name="KSO_WM_SLIDE_POSITION" val="54*28"/>
  <p:tag name="KSO_WM_TAG_VERSION" val="3.0"/>
  <p:tag name="KSO_WM_TEMPLATE_CATEGORY" val="custom"/>
  <p:tag name="KSO_WM_TEMPLATE_INDEX" val="20230267"/>
  <p:tag name="KSO_WM_SLIDE_LAYOUT" val="a_f"/>
  <p:tag name="KSO_WM_SLIDE_LAYOUT_CNT" val="1_1"/>
</p:tagLst>
</file>

<file path=ppt/tags/tag149.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50.xml><?xml version="1.0" encoding="utf-8"?>
<p:tagLst xmlns:p="http://schemas.openxmlformats.org/presentationml/2006/main">
  <p:tag name="KSO_WM_UNIT_INDEX" val="1"/>
  <p:tag name="KSO_WM_UNIT_TYPE" val="a"/>
  <p:tag name="KSO_WM_BEAUTIFY_FLAG" val="#wm#"/>
  <p:tag name="KSO_WM_UNIT_TEXT" val="Related Work in Blockchain-Biometrics"/>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51.xml><?xml version="1.0" encoding="utf-8"?>
<p:tagLst xmlns:p="http://schemas.openxmlformats.org/presentationml/2006/main">
  <p:tag name="KSO_WM_SLIDE_TYPE" val="text"/>
  <p:tag name="KSO_WM_BEAUTIFY_FLAG" val="#wm#"/>
  <p:tag name="KSO_WM_SPECIAL_SOURCE" val="bdnull"/>
  <p:tag name="KSO_WM_SLIDE_ID" val="custom20230267_8"/>
  <p:tag name="KSO_WM_TEMPLATE_SUBCATEGORY" val="29"/>
  <p:tag name="KSO_WM_TEMPLATE_MASTER_TYPE" val="0"/>
  <p:tag name="KSO_WM_TEMPLATE_COLOR_TYPE" val="0"/>
  <p:tag name="KSO_WM_SLIDE_SUBTYPE" val="pureTxt"/>
  <p:tag name="KSO_WM_SLIDE_LAYOUT_NAME" val="标题和内容"/>
  <p:tag name="KSO_WM_SLIDE_ITEM_CNT" val="0"/>
  <p:tag name="KSO_WM_SLIDE_INDEX" val="8"/>
  <p:tag name="KSO_WM_SLIDE_SIZE" val="850*457"/>
  <p:tag name="KSO_WM_SLIDE_POSITION" val="54*28"/>
  <p:tag name="KSO_WM_TAG_VERSION" val="3.0"/>
  <p:tag name="KSO_WM_TEMPLATE_CATEGORY" val="custom"/>
  <p:tag name="KSO_WM_TEMPLATE_INDEX" val="20230267"/>
  <p:tag name="KSO_WM_SLIDE_LAYOUT" val="a_f"/>
  <p:tag name="KSO_WM_SLIDE_LAYOUT_CNT" val="1_1"/>
</p:tagLst>
</file>

<file path=ppt/tags/tag152.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53.xml><?xml version="1.0" encoding="utf-8"?>
<p:tagLst xmlns:p="http://schemas.openxmlformats.org/presentationml/2006/main">
  <p:tag name="KSO_WM_UNIT_INDEX" val="1"/>
  <p:tag name="KSO_WM_UNIT_TYPE" val="a"/>
  <p:tag name="KSO_WM_BEAUTIFY_FLAG" val="#wm#"/>
  <p:tag name="KSO_WM_UNIT_TEXT" val="Use Cases &amp; Industry Applications"/>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54.xml><?xml version="1.0" encoding="utf-8"?>
<p:tagLst xmlns:p="http://schemas.openxmlformats.org/presentationml/2006/main">
  <p:tag name="KSO_WM_SLIDE_TYPE" val="text"/>
  <p:tag name="KSO_WM_BEAUTIFY_FLAG" val="#wm#"/>
  <p:tag name="KSO_WM_SPECIAL_SOURCE" val="bdnull"/>
  <p:tag name="KSO_WM_SLIDE_ID" val="custom20230267_8"/>
  <p:tag name="KSO_WM_TEMPLATE_SUBCATEGORY" val="29"/>
  <p:tag name="KSO_WM_TEMPLATE_MASTER_TYPE" val="0"/>
  <p:tag name="KSO_WM_TEMPLATE_COLOR_TYPE" val="0"/>
  <p:tag name="KSO_WM_SLIDE_SUBTYPE" val="pureTxt"/>
  <p:tag name="KSO_WM_SLIDE_LAYOUT_NAME" val="标题和内容"/>
  <p:tag name="KSO_WM_SLIDE_ITEM_CNT" val="0"/>
  <p:tag name="KSO_WM_SLIDE_INDEX" val="8"/>
  <p:tag name="KSO_WM_SLIDE_SIZE" val="850*457"/>
  <p:tag name="KSO_WM_SLIDE_POSITION" val="54*28"/>
  <p:tag name="KSO_WM_TAG_VERSION" val="3.0"/>
  <p:tag name="KSO_WM_TEMPLATE_CATEGORY" val="custom"/>
  <p:tag name="KSO_WM_TEMPLATE_INDEX" val="20230267"/>
  <p:tag name="KSO_WM_SLIDE_LAYOUT" val="a_f"/>
  <p:tag name="KSO_WM_SLIDE_LAYOUT_CNT" val="1_1"/>
</p:tagLst>
</file>

<file path=ppt/tags/tag155.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56.xml><?xml version="1.0" encoding="utf-8"?>
<p:tagLst xmlns:p="http://schemas.openxmlformats.org/presentationml/2006/main">
  <p:tag name="KSO_WM_UNIT_INDEX" val="1"/>
  <p:tag name="KSO_WM_UNIT_TYPE" val="a"/>
  <p:tag name="KSO_WM_BEAUTIFY_FLAG" val="#wm#"/>
  <p:tag name="KSO_WM_UNIT_TEXT" val="Regulatory &amp; Ethical Considerations"/>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57.xml><?xml version="1.0" encoding="utf-8"?>
<p:tagLst xmlns:p="http://schemas.openxmlformats.org/presentationml/2006/main">
  <p:tag name="KSO_WM_SLIDE_TYPE" val="text"/>
  <p:tag name="KSO_WM_BEAUTIFY_FLAG" val="#wm#"/>
  <p:tag name="KSO_WM_SPECIAL_SOURCE" val="bdnull"/>
  <p:tag name="KSO_WM_SLIDE_ID" val="custom20230267_8"/>
  <p:tag name="KSO_WM_TEMPLATE_SUBCATEGORY" val="29"/>
  <p:tag name="KSO_WM_TEMPLATE_MASTER_TYPE" val="0"/>
  <p:tag name="KSO_WM_TEMPLATE_COLOR_TYPE" val="0"/>
  <p:tag name="KSO_WM_SLIDE_SUBTYPE" val="pureTxt"/>
  <p:tag name="KSO_WM_SLIDE_LAYOUT_NAME" val="标题和内容"/>
  <p:tag name="KSO_WM_SLIDE_ITEM_CNT" val="0"/>
  <p:tag name="KSO_WM_SLIDE_INDEX" val="8"/>
  <p:tag name="KSO_WM_SLIDE_SIZE" val="850*457"/>
  <p:tag name="KSO_WM_SLIDE_POSITION" val="54*28"/>
  <p:tag name="KSO_WM_TAG_VERSION" val="3.0"/>
  <p:tag name="KSO_WM_TEMPLATE_CATEGORY" val="custom"/>
  <p:tag name="KSO_WM_TEMPLATE_INDEX" val="20230267"/>
  <p:tag name="KSO_WM_SLIDE_LAYOUT" val="a_f"/>
  <p:tag name="KSO_WM_SLIDE_LAYOUT_CNT" val="1_1"/>
</p:tagLst>
</file>

<file path=ppt/tags/tag158.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59.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160.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161.xml><?xml version="1.0" encoding="utf-8"?>
<p:tagLst xmlns:p="http://schemas.openxmlformats.org/presentationml/2006/main">
  <p:tag name="KSO_WM_UNIT_INDEX" val="5"/>
  <p:tag name="KSO_WM_UNIT_TYPE" val="a"/>
  <p:tag name="KSO_WM_BEAUTIFY_FLAG" val="#wm#"/>
  <p:tag name="KSO_WM_UNIT_TEXT" val="Conclusion &amp; Future Directions"/>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LAYERLEVEL" val="1"/>
  <p:tag name="KSO_WM_TAG_VERSION" val="3.0"/>
</p:tagLst>
</file>

<file path=ppt/tags/tag162.xml><?xml version="1.0" encoding="utf-8"?>
<p:tagLst xmlns:p="http://schemas.openxmlformats.org/presentationml/2006/main">
  <p:tag name="KSO_WM_SLIDE_TYPE" val="text"/>
  <p:tag name="KSO_WM_BEAUTIFY_FLAG" val="#wm#"/>
  <p:tag name="KSO_WM_SPECIAL_SOURCE" val="bdnull"/>
  <p:tag name="KSO_WM_SLIDE_ID" val="custom20230267_8"/>
  <p:tag name="KSO_WM_TEMPLATE_SUBCATEGORY" val="29"/>
  <p:tag name="KSO_WM_TEMPLATE_MASTER_TYPE" val="0"/>
  <p:tag name="KSO_WM_TEMPLATE_COLOR_TYPE" val="0"/>
  <p:tag name="KSO_WM_SLIDE_SUBTYPE" val="pureTxt"/>
  <p:tag name="KSO_WM_SLIDE_LAYOUT_NAME" val="标题和内容"/>
  <p:tag name="KSO_WM_SLIDE_ITEM_CNT" val="0"/>
  <p:tag name="KSO_WM_SLIDE_INDEX" val="8"/>
  <p:tag name="KSO_WM_SLIDE_SIZE" val="850*457"/>
  <p:tag name="KSO_WM_SLIDE_POSITION" val="54*28"/>
  <p:tag name="KSO_WM_TAG_VERSION" val="3.0"/>
  <p:tag name="KSO_WM_TEMPLATE_CATEGORY" val="custom"/>
  <p:tag name="KSO_WM_TEMPLATE_INDEX" val="20230267"/>
  <p:tag name="KSO_WM_SLIDE_LAYOUT" val="a_f"/>
  <p:tag name="KSO_WM_SLIDE_LAYOUT_CNT" val="1_1"/>
</p:tagLst>
</file>

<file path=ppt/tags/tag163.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64.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165.xml><?xml version="1.0" encoding="utf-8"?>
<p:tagLst xmlns:p="http://schemas.openxmlformats.org/presentationml/2006/main">
  <p:tag name="KSO_WM_UNIT_INDEX" val="4"/>
  <p:tag name="KSO_WM_UNIT_TYPE" val="a"/>
  <p:tag name="KSO_WM_BEAUTIFY_FLAG" val="#wm#"/>
  <p:tag name="KSO_WM_UNIT_TEXT" val="Workflow of Decentralized Biometric Identity Verificatio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LAYERLEVEL" val="1"/>
  <p:tag name="KSO_WM_TAG_VERSION" val="3.0"/>
</p:tagLst>
</file>

<file path=ppt/tags/tag166.xml><?xml version="1.0" encoding="utf-8"?>
<p:tagLst xmlns:p="http://schemas.openxmlformats.org/presentationml/2006/main">
  <p:tag name="KSO_WM_SLIDE_TYPE" val="text"/>
  <p:tag name="KSO_WM_BEAUTIFY_FLAG" val="#wm#"/>
  <p:tag name="KSO_WM_SPECIAL_SOURCE" val="bdnull"/>
  <p:tag name="KSO_WM_SLIDE_ID" val="custom20230267_8"/>
  <p:tag name="KSO_WM_TEMPLATE_SUBCATEGORY" val="29"/>
  <p:tag name="KSO_WM_TEMPLATE_MASTER_TYPE" val="0"/>
  <p:tag name="KSO_WM_TEMPLATE_COLOR_TYPE" val="0"/>
  <p:tag name="KSO_WM_SLIDE_SUBTYPE" val="pureTxt"/>
  <p:tag name="KSO_WM_SLIDE_LAYOUT_NAME" val="标题和内容"/>
  <p:tag name="KSO_WM_SLIDE_ITEM_CNT" val="0"/>
  <p:tag name="KSO_WM_SLIDE_INDEX" val="8"/>
  <p:tag name="KSO_WM_SLIDE_SIZE" val="850*457"/>
  <p:tag name="KSO_WM_SLIDE_POSITION" val="54*28"/>
  <p:tag name="KSO_WM_TAG_VERSION" val="3.0"/>
  <p:tag name="KSO_WM_TEMPLATE_CATEGORY" val="custom"/>
  <p:tag name="KSO_WM_TEMPLATE_INDEX" val="20230267"/>
  <p:tag name="KSO_WM_SLIDE_LAYOUT" val="a_f"/>
  <p:tag name="KSO_WM_SLIDE_LAYOUT_CNT" val="1_1"/>
</p:tagLst>
</file>

<file path=ppt/tags/tag167.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68.xml><?xml version="1.0" encoding="utf-8"?>
<p:tagLst xmlns:p="http://schemas.openxmlformats.org/presentationml/2006/main">
  <p:tag name="KSO_WM_UNIT_INDEX" val="1"/>
  <p:tag name="KSO_WM_UNIT_TYPE" val="a"/>
  <p:tag name="KSO_WM_BEAUTIFY_FLAG" val="#wm#"/>
  <p:tag name="KSO_WM_UNIT_TEXT" val="Implementation &amp; Development"/>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69.xml><?xml version="1.0" encoding="utf-8"?>
<p:tagLst xmlns:p="http://schemas.openxmlformats.org/presentationml/2006/main">
  <p:tag name="KSO_WM_SLIDE_TYPE" val="text"/>
  <p:tag name="KSO_WM_BEAUTIFY_FLAG" val="#wm#"/>
  <p:tag name="KSO_WM_SPECIAL_SOURCE" val="bdnull"/>
  <p:tag name="KSO_WM_SLIDE_ID" val="custom20230267_8"/>
  <p:tag name="KSO_WM_TEMPLATE_SUBCATEGORY" val="29"/>
  <p:tag name="KSO_WM_TEMPLATE_MASTER_TYPE" val="0"/>
  <p:tag name="KSO_WM_TEMPLATE_COLOR_TYPE" val="0"/>
  <p:tag name="KSO_WM_SLIDE_SUBTYPE" val="pureTxt"/>
  <p:tag name="KSO_WM_SLIDE_LAYOUT_NAME" val="标题和内容"/>
  <p:tag name="KSO_WM_SLIDE_ITEM_CNT" val="0"/>
  <p:tag name="KSO_WM_SLIDE_INDEX" val="8"/>
  <p:tag name="KSO_WM_SLIDE_SIZE" val="850*457"/>
  <p:tag name="KSO_WM_SLIDE_POSITION" val="54*28"/>
  <p:tag name="KSO_WM_TAG_VERSION" val="3.0"/>
  <p:tag name="KSO_WM_TEMPLATE_CATEGORY" val="custom"/>
  <p:tag name="KSO_WM_TEMPLATE_INDEX" val="20230267"/>
  <p:tag name="KSO_WM_SLIDE_LAYOUT" val="a_f"/>
  <p:tag name="KSO_WM_SLIDE_LAYOUT_CNT" val="1_1"/>
</p:tagLst>
</file>

<file path=ppt/tags/tag170.xml><?xml version="1.0" encoding="utf-8"?>
<p:tagLst xmlns:p="http://schemas.openxmlformats.org/presentationml/2006/main">
  <p:tag name="KSO_WM_BEAUTIFY_FLAG" val="#wm#"/>
  <p:tag name="KSO_WM_TEMPLATE_CATEGORY" val="custom"/>
  <p:tag name="KSO_WM_TEMPLATE_INDEX" val="2023026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001-6">
      <a:dk1>
        <a:srgbClr val="333333"/>
      </a:dk1>
      <a:lt1>
        <a:sysClr val="window" lastClr="FFFFFF"/>
      </a:lt1>
      <a:dk2>
        <a:srgbClr val="000000"/>
      </a:dk2>
      <a:lt2>
        <a:srgbClr val="FFF7F7"/>
      </a:lt2>
      <a:accent1>
        <a:srgbClr val="FE0000"/>
      </a:accent1>
      <a:accent2>
        <a:srgbClr val="E8CA16"/>
      </a:accent2>
      <a:accent3>
        <a:srgbClr val="0BBFE9"/>
      </a:accent3>
      <a:accent4>
        <a:srgbClr val="1C40F4"/>
      </a:accent4>
      <a:accent5>
        <a:srgbClr val="7F12F6"/>
      </a:accent5>
      <a:accent6>
        <a:srgbClr val="F53DC0"/>
      </a:accent6>
      <a:hlink>
        <a:srgbClr val="0026E5"/>
      </a:hlink>
      <a:folHlink>
        <a:srgbClr val="7E1FAD"/>
      </a:folHlink>
    </a:clrScheme>
    <a:fontScheme name="简约">
      <a:majorFont>
        <a:latin typeface="Manrope ExtraBold"/>
        <a:ea typeface="Manrope ExtraBold"/>
        <a:cs typeface=""/>
      </a:majorFont>
      <a:minorFont>
        <a:latin typeface="Lato"/>
        <a:ea typeface="Lat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6061</Words>
  <Application>WPS Presentation</Application>
  <PresentationFormat>On-screen Show (4:3)</PresentationFormat>
  <Paragraphs>180</Paragraphs>
  <Slides>16</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16</vt:i4>
      </vt:variant>
    </vt:vector>
  </HeadingPairs>
  <TitlesOfParts>
    <vt:vector size="28" baseType="lpstr">
      <vt:lpstr>Arial</vt:lpstr>
      <vt:lpstr>SimSun</vt:lpstr>
      <vt:lpstr>Wingdings</vt:lpstr>
      <vt:lpstr>Arial</vt:lpstr>
      <vt:lpstr>Lato</vt:lpstr>
      <vt:lpstr>Segoe Print</vt:lpstr>
      <vt:lpstr>Manrope ExtraBold</vt:lpstr>
      <vt:lpstr>Microsoft YaHei</vt:lpstr>
      <vt:lpstr>Arial Unicode MS</vt:lpstr>
      <vt:lpstr>Calibri</vt:lpstr>
      <vt:lpstr>Office Theme</vt:lpstr>
      <vt:lpstr>2_Office Theme</vt:lpstr>
      <vt:lpstr>Development of the Decentralized Biometric Identity Verification System Using Blockchain Technology and Computer Vision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WPS_1731760643</cp:lastModifiedBy>
  <cp:revision>9</cp:revision>
  <dcterms:created xsi:type="dcterms:W3CDTF">2013-01-27T09:14:00Z</dcterms:created>
  <dcterms:modified xsi:type="dcterms:W3CDTF">2025-09-22T02:25:28Z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3B5105D142D846F3A1F43367D39A963A_13</vt:lpwstr>
  </property>
  <property fmtid="{D5CDD505-2E9C-101B-9397-08002B2CF9AE}" pid="3" name="KSOProductBuildVer">
    <vt:lpwstr>1033-12.2.0.22549</vt:lpwstr>
  </property>
</Properties>
</file>